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place value shift, not "add a zero."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place value shift, not "add a zero."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watch digits slide left on a place-value 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we are not just adding zeros -- we are moving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already name place value before layering on multiplication. Transition: "Let's see what happens when 342 grows ten times as large."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out: same 3, 4, 2 discs -- they only changed which column they sit in. Say out loud: "the 3 disc used to be worth 300; now it's worth 3,000."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342 barely moved past zero. After multiplying by 10, 3,420 is much farther out on the same-scale line -- the jump shows the size of the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the shortcut works because of the slide, not because zeros are magic. Watch for: students who write random numbers of zeros without connecting to place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"shift left" and "place value"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47 × 100 step by step on the board, narrating each digit slide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digit slide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5.01.02 -- same mat, opposite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write 560 (only one slide) or 56,000 (three slides) -- both miscount the zeros in the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write 560 (only one slide) or 56,000 (three slides) -- both miscount the zeros in the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5.01 · Powers of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× 10  =  340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digit in 34 slides one place left.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tens become 3 hundreds.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ones become 4 tens.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 has one more zero than 34.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think you just "add a zero" without checking place value.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happens to work here, but it is not why it is true.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reason is every digit's value grows ×10.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multiply by 10, each digit...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10 slides every digit one place to the left — each digit becomes worth 10 times as much.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× 10  =  508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False — 58 × 10 = 580, not 508. The 5 must slide into the hundreds place and the 8 into the tens place.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5.01.01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10, 100, 1,000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 · Whole Number Operations and Place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place-value slide mat to multiply by 10, 100, and 1,000, and explain the answer using place-value words.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a digit slides left on a place-value chart, its value grows.”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value of the digit 4 in 342?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place value of each digit in 3,420. How is it different from 342?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value of the 4 in 342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multiplying by 10, 100, or 1,000 make a number greater?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Today you won't just add zeros -- you'll watch the digits move.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  →  3,420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(342 × 10)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Discs on the Slide Mat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342 (before)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914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342 × 10 = 3,420 (every disc slides one place left)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944880" cy="3200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417320"/>
            <a:ext cx="944880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17320"/>
            <a:ext cx="94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66800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2832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4816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51960"/>
            <a:ext cx="94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05000" y="1417320"/>
            <a:ext cx="944880" cy="3200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1417320"/>
            <a:ext cx="94488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5000" y="1417320"/>
            <a:ext cx="94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48840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04872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8840" y="225856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04872" y="225856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05000" y="4251960"/>
            <a:ext cx="94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87040" y="1417320"/>
            <a:ext cx="944880" cy="32004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87040" y="1417320"/>
            <a:ext cx="94488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87040" y="1417320"/>
            <a:ext cx="94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30880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912" y="1984248"/>
            <a:ext cx="201168" cy="201168"/>
          </a:xfrm>
          <a:prstGeom prst="ellipse">
            <a:avLst/>
          </a:prstGeom>
          <a:solidFill>
            <a:srgbClr val="E07B3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87040" y="4251960"/>
            <a:ext cx="94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1417320"/>
            <a:ext cx="902970" cy="365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THOUSANDS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94885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50917" y="198424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22901" y="2258568"/>
            <a:ext cx="201168" cy="201168"/>
          </a:xfrm>
          <a:prstGeom prst="ellipse">
            <a:avLst/>
          </a:prstGeom>
          <a:solidFill>
            <a:srgbClr val="6B3FA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1213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12130" y="1417320"/>
            <a:ext cx="902970" cy="365760"/>
          </a:xfrm>
          <a:prstGeom prst="rect">
            <a:avLst/>
          </a:prstGeom>
          <a:solidFill>
            <a:srgbClr val="3A6B9A"/>
          </a:solidFill>
          <a:ln w="12700">
            <a:solidFill>
              <a:srgbClr val="3A6B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1213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35015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1047" y="198424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35015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1047" y="2258568"/>
            <a:ext cx="201168" cy="201168"/>
          </a:xfrm>
          <a:prstGeom prst="ellipse">
            <a:avLst/>
          </a:prstGeom>
          <a:solidFill>
            <a:srgbClr val="3A6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1213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65226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52260" y="1417320"/>
            <a:ext cx="902970" cy="365760"/>
          </a:xfrm>
          <a:prstGeom prst="rect">
            <a:avLst/>
          </a:prstGeom>
          <a:solidFill>
            <a:srgbClr val="2DB87A"/>
          </a:solidFill>
          <a:ln w="12700">
            <a:solidFill>
              <a:srgbClr val="2DB8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226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75145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1177" y="1984248"/>
            <a:ext cx="201168" cy="201168"/>
          </a:xfrm>
          <a:prstGeom prst="ellipse">
            <a:avLst/>
          </a:prstGeom>
          <a:solidFill>
            <a:srgbClr val="2DB87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5226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692390" y="1417320"/>
            <a:ext cx="902970" cy="3200400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92390" y="1417320"/>
            <a:ext cx="902970" cy="3657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92390" y="1417320"/>
            <a:ext cx="902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692390" y="4251960"/>
            <a:ext cx="902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The Number Line Jump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Before: 342 sits between 0 and 1,000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1,000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5819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819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57554" y="160934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5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342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52044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After ×10: 3,420 sits between 3,000 and 4,000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2,000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3,000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41071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4,000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86600" y="343814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3,420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Place-Value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342 × 10 = 3,420      342 × 100 = 34,200      342 × 1,000 = 342,000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count the zeros in the power of 10. That's how many places every digit slides left.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of 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number like 10, 100, or 1,000.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left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to move a digit into a place with greater value.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value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value of a digit based on where it is in the number.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a multiplication problem.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47 × 100.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Start: 47 has 4 tens, 7 ones.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Multiplying by 100 has 2 zeros, so every digit slides 2 places left.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 4 moves from tens to thousands. The 7 moves from ones to hundreds.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Product: 4,700.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205 × 1,000.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205,000 — every digit slides 3 places left.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the same mat runs backward. Dividing by powers of 10 slides digits right.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×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560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5,600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56,000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506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× 100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560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5,600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56,000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506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100 has 2 zeros, so every digit in 56 slides 2 places left: 56 × 100 = 5,600.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digit slides the same number of places -- the number of zeros in the factor tells me how far.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counting zeros in 1,000 -- three zeros, three slides. It matched every time.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discs sliding into new columns on the mat. Same discs, bigger house.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multiplying by a power of 10 shifts each digit's place value by that many positions.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multiply by 10, 100, and 1,000.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the slide mat runs backward for division.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5.01.01 Multiplying by 10, 100, 1,000 — Teacher Slides</dc:title>
  <dc:subject>PptxGenJS Presentation</dc:subject>
  <dc:creator>PptxGenJS</dc:creator>
  <cp:lastModifiedBy>PptxGenJS</cp:lastModifiedBy>
  <cp:revision>1</cp:revision>
  <dcterms:created xsi:type="dcterms:W3CDTF">2026-07-16T19:37:38Z</dcterms:created>
  <dcterms:modified xsi:type="dcterms:W3CDTF">2026-07-16T19:37:38Z</dcterms:modified>
</cp:coreProperties>
</file>