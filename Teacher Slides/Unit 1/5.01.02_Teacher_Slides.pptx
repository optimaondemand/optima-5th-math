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warm-up (2 min). Reveal one problem at a time. Ask: what stayed the same? What changed?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warm-up (2 min). Reveal one problem at a time. Ask: what stayed the same? What changed?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 precisely: shift right, not 'cross off a zero.'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 precisely: shift right, not 'cross off a zero.'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yesterday digits slid left. Today the same mat runs backward -- digits slide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we are not 'removing zeros' -- we are moving digits into smaller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fact fluency before layering on place value. Transition: "Let's see what happens when we divide a much bigger number."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out: same 3, 4, 2 discs -- they only changed which column they sit in, and this time they moved right toward smaller places. Say out loud: "the 3 disc used to be worth 30,000; now it's worth 300."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34,200 sits far out among ten-thousands. After dividing by 100, 342 sits much closer to zero on the same-style line -- the jump shows the size of the shrink.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Note the last example lands on a decimal -- flag that today's practice sticks to whole-number quotients, but the same rule always holds. Watch for: students who slide the wrong number of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This mirrors the IP's Find-the-Error problem -- make sure every student can name the mistake before independent practice. Common error: counting the zeros in the ANSWER instead of the divisor.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"shift right" and "quotient"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56,000 ÷ 1,000 step by step, narrating each digit slide out loud and connecting back to boxes of crayons.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digit slide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5.01.03 -- same place-value thinking, applied to multi-digit multiples of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write 360 (only one slide) -- they miscounted the zeros in the divisor.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write 360 (only one slide) -- they miscounted the zeros in the divisor.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5.01 · Powers of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63,000 ÷ 10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63,000 ÷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63,000 ÷ 100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630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63,000 ÷ 1,000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divide by a power of 10, each digit...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by a power of 10 slides every digit right the same number of places as zeros in the divisor.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81,000 ÷ 10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81,000 ÷ 100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81,000 ÷ 1,000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5.01.02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by 10, 100, 1,000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 · Whole Number Operations and Place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place-value slide mat to divide by 10, 100, and 1,000, and explain the answer using place-value words.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a digit slides right on a place-value chart, its value shrinks.”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÷ 7  =  ?      48 ÷ 6  =  ?      63 ÷ 7  = 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related division facts. Today's lesson uses the same idea, but with much bigger numbers.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answer to 63 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dividing by 10, 100, or 1,000 make a number smaller?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Yesterday the digits slid left. Today the same chart runs backward.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34,200  →  342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(34,200 ÷ 100)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Discs Slide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34,200 (before)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914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34,200 ÷ 100 = 342 (every disc slides two places right)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902970" cy="3200400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90297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90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TEN-THOUS.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0085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6117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101" y="225856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51960"/>
            <a:ext cx="90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97330" y="1417320"/>
            <a:ext cx="902970" cy="3200400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97330" y="1417320"/>
            <a:ext cx="902970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7330" y="1417320"/>
            <a:ext cx="90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THOUSANDS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20215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76247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20215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76247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7330" y="4251960"/>
            <a:ext cx="90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537460" y="1417320"/>
            <a:ext cx="902970" cy="3200400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37460" y="1417320"/>
            <a:ext cx="902970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7460" y="1417320"/>
            <a:ext cx="90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HUNDREDS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60345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6377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7460" y="4251960"/>
            <a:ext cx="90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77590" y="1417320"/>
            <a:ext cx="902970" cy="3200400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77590" y="1417320"/>
            <a:ext cx="90297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77590" y="1417320"/>
            <a:ext cx="90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77590" y="4251960"/>
            <a:ext cx="90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63440" y="1417320"/>
            <a:ext cx="944880" cy="32004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1417320"/>
            <a:ext cx="944880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417320"/>
            <a:ext cx="94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HUNDREDS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07280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63312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35296" y="225856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251960"/>
            <a:ext cx="94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745480" y="1417320"/>
            <a:ext cx="944880" cy="32004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45480" y="1417320"/>
            <a:ext cx="94488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5480" y="1417320"/>
            <a:ext cx="94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89320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45352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9320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45352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45480" y="4251960"/>
            <a:ext cx="94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27520" y="1417320"/>
            <a:ext cx="944880" cy="32004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27520" y="1417320"/>
            <a:ext cx="944880" cy="365760"/>
          </a:xfrm>
          <a:prstGeom prst="rect">
            <a:avLst/>
          </a:prstGeom>
          <a:solidFill>
            <a:srgbClr val="C05818"/>
          </a:solidFill>
          <a:ln w="12700">
            <a:solidFill>
              <a:srgbClr val="C058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7520" y="1417320"/>
            <a:ext cx="94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071360" y="1984248"/>
            <a:ext cx="201168" cy="201168"/>
          </a:xfrm>
          <a:prstGeom prst="ellipse">
            <a:avLst/>
          </a:prstGeom>
          <a:solidFill>
            <a:srgbClr val="C0581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27392" y="1984248"/>
            <a:ext cx="201168" cy="201168"/>
          </a:xfrm>
          <a:prstGeom prst="ellipse">
            <a:avLst/>
          </a:prstGeom>
          <a:solidFill>
            <a:srgbClr val="C0581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27520" y="4251960"/>
            <a:ext cx="94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Number Line Jump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Before: 34,200 sits between 30,000 and 40,000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30,000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32,500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35,000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37,500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40,000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04488" y="160934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0984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34,200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52044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After ÷100: 342 sits between 0 and 1,000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250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500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750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1,000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3902" y="343814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30398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342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Place-Value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34,200 ÷ 10 = 3,420      34,200 ÷ 100 = 342      34,200 ÷ 1,000 = 34.2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count the zeros in the power of 10. That's how many places every digit slides right.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Common Trap: Counting Zeros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For This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wrote: 24,000 ÷ 100 = 2,400. He says, "I removed one zero because 100 has one zero."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6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has TWO zeros, so every digit must slide TWO places right. The correct answer is 240, not 2,400.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97764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9776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how many zeros does Kai need to count?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to split into equal parts or find how many groups.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right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to move a digit into a place with smaller value.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one-tenth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of ten equal parts of a whole value.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answer to a division problem.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warehouse has 56,000 crayons packed into boxes of 1,000 crayons each. How many boxes?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This is 56,000 ÷ 1,000.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1,000 has 3 zeros, so every digit slides 3 places right.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The 5 moves from ten-thousands to tens. The 6 moves from thousands to ones.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Quotient: 56 boxes.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130,000 ÷ 1,000.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130 — every digit slides 3 places right.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use place-value and area models to multiply by tens, hundreds, and thousands -- not just single-digit powers of 10.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 ÷ 100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3.6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360,000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 ÷ 100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3.6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360,000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100 has 2 zeros, so every digit in 3,600 slides 2 places right: 3,600 ÷ 100 = 36.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every digit slides the same number of places right -- the zeros in the divisor tell me how far, just like they did for multiplying, but the other direction.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counting the zeros in 1,000 -- three zeros, three slides right. Then I checked that my quotient was smaller than the number I started with.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discs sliding right into smaller-place columns on the mat. Same discs, smaller house.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dividing by a power of 10 shifts each digit's place value down by that many positions -- it is never just 'removing zeros.'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divide by 10, 100, and 1,000.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you multiply by tens, hundreds, and thousands.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5.01.02 Dividing by 10, 100, 1,000 — Teacher Slides</dc:title>
  <dc:subject>PptxGenJS Presentation</dc:subject>
  <dc:creator>PptxGenJS</dc:creator>
  <cp:lastModifiedBy>PptxGenJS</cp:lastModifiedBy>
  <cp:revision>1</cp:revision>
  <dcterms:created xsi:type="dcterms:W3CDTF">2026-07-16T19:44:21Z</dcterms:created>
  <dcterms:modified xsi:type="dcterms:W3CDTF">2026-07-16T19:44:21Z</dcterms:modified>
</cp:coreProperties>
</file>