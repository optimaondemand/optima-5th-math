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Doesn't Belong (2 min). Every item can be defended. Push toward: which ones use today's area-model strategy?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Doesn't Belong (2 min). Every item can be defended. Push toward: which ones use today's area-model strategy?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vocabulary: 'partial product.' (1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vocabulary: 'partial product.' (1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break a big multiplication problem into pieces we can see with an area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we split ONE factor by place value, not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basic-fact fluency before layering on place value. Transition: "Let's use a fact like this to solve something much bigger."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Physically point to each rectangle piece as its own group: the wide blue piece is 30 groups of 200, the narrow green piece is 4 groups of 200. Push the pieces together (add) to rebuild the whole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Two labeled boxes, one for each partial product, joined by a plus sign into the final sum. This is the bridge between the physical rectangle and the written equation.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This is the distributive property. Watch for: students who forget to add BOTH partial products, or who split the wrong 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Same distributive strategy scales up to thousands -- the IP includes this magnitude, so make sure students see it modeled before independent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"partial product" and "distributive property"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23 × 40 step by step, narrating the split, the two partial products, and the sum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the split and both partial products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5.01.04 -- same place-value thinking, run in reverse for division.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only multiply the first partial product (30 × 200 = 6,000) and forget to add the second (1 × 200 = 200).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only multiply the first partial product (30 × 200 = 6,000) and forget to add the second (1 × 200 = 200).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WHICH ONE DOESN'T BELONG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44368" y="16459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1645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5.01 · Area 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× 40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× 30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× 20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× 4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Answer Can Be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Which Doesn't Belong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× 40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Multiplies a 2-digit number by a multiple of 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× 30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Has the smallest first factor of the group.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× 20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Has the largest first factor of the group.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× 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one NOT multiplying by a multiple of ten -- it's a basic fact, not a place-value shift.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44805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4805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Vocabulary Connection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'multiply by a multiple of ten' problem here needs a partial product for the tens place, then a shift.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3434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434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item fits the word?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× 300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× 400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× 200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× 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828800" y="4434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434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5.01.03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by Tens, Hundreds, Thousands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 · Whole Number Operations and Place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MA.5.NSO.2.1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area model that breaks apart a factor, shows partial products, and puts the pieces back together.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large product can feel like too much at once -- split one number, multiply each part, then add the parts back together.”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× 7 = ?      9 × ___ = 72      6 × ___ = 48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area model leans on basic facts like these -- just applied to bigger place values.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397764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97764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missing factor for 9 × ___ = 72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an area model make a large multiplication problem easier to see?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34 × 200 feels huge all at once. What if we split 34 into 30 + 4 first?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× 200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 (30 × 200)  +  (4 × 200)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Split the Rectangle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5A7A"/>
                </a:solidFill>
              </a:rPr>
              <a:t>34 × 200  —  split 34 into 30 + 4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30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E44"/>
                </a:solidFill>
              </a:rPr>
              <a:t>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4937760" cy="2377440"/>
          </a:xfrm>
          <a:prstGeom prst="rect">
            <a:avLst/>
          </a:prstGeom>
          <a:solidFill>
            <a:srgbClr val="3A6B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9164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× 200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852160" y="1691640"/>
            <a:ext cx="2011680" cy="2377440"/>
          </a:xfrm>
          <a:prstGeom prst="rect">
            <a:avLst/>
          </a:prstGeom>
          <a:solidFill>
            <a:srgbClr val="2DB8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69164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200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800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" y="1691640"/>
            <a:ext cx="685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200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7040880" cy="502920"/>
          </a:xfrm>
          <a:prstGeom prst="roundRect">
            <a:avLst>
              <a:gd name="adj" fmla="val 181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519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  +  800  =  6,800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Partial Products Table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9728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× 200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6,000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200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800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0" cy="109728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941A"/>
                </a:solidFill>
              </a:rPr>
              <a:t>+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743200" y="292608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926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 + 800 = 6,800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Distributive Property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× 200 = (30 × 200) + (4 × 200) = 6,000 + 800 = 6,800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break one factor apart by place value, multiply each part, then add the partial products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Same Split, Bigger Place Value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Multiply by Thousands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× 3,000  —  split 14 into 10 + 4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3A6B9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× 3,000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30,000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2DB87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3,000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12,000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6400800" cy="502920"/>
          </a:xfrm>
          <a:prstGeom prst="roundRect">
            <a:avLst>
              <a:gd name="adj" fmla="val 181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57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 + 12,000 = 42,000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97280" y="429768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9768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does this split use tens, hundreds, or thousands?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rectangle model that shows multiplication as length times width.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one part of a larger multiplication product.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apart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to split a number into useful parts.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distributive property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multiplying a sum by a number by multiplying each part and adding.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23 × 40.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Split 23 into 20 + 3.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Multiply each part by 40: 20 × 40 = 800, and 3 × 40 = 120.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Add the partial products: 800 + 120 = 920.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Product: 920.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12 × 300.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two partial products + final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3,600 — (10 × 300) + (2 × 300) = 3,000 + 600.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multiplication turns into grouping. You'll use the size of each group to divide by tens, hundreds, and thousands.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× 200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620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6,200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62,000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922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× 200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620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6,200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62,000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922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31 = 30 + 1. (30 × 200) + (1 × 200) = 6,000 + 200 = 6,200.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I can always split the two-digit factor into a tens part and a ones part -- the split works the same whether I'm multiplying by tens, hundreds, or thousands.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adding my two partial products back together and checking that the sum matched a rounded estimate of the whole problem.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two rectangles pushed together -- a big one and a small one -- that combine into the full area.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this is the distributive property -- multiplying a sum by a number means multiplying each part and adding the results.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multiply by tens, hundreds, and thousands.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multiplication runs backward for division.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5.01.03 Multiplying by Tens, Hundreds, Thousands — Teacher Slides</dc:title>
  <dc:subject>PptxGenJS Presentation</dc:subject>
  <dc:creator>PptxGenJS</dc:creator>
  <cp:lastModifiedBy>PptxGenJS</cp:lastModifiedBy>
  <cp:revision>1</cp:revision>
  <dcterms:created xsi:type="dcterms:W3CDTF">2026-07-16T19:47:12Z</dcterms:created>
  <dcterms:modified xsi:type="dcterms:W3CDTF">2026-07-16T19:47:12Z</dcterms:modified>
</cp:coreProperties>
</file>