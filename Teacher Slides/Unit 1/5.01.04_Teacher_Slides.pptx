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first -- no exact division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first -- no exact division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group in hundreds/thousands, not just count zeros blindly.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group in hundreds/thousands, not just count zeros blindly.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use a grouping mat to divide by tens, hundreds, and thousands without losing the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quotient IS the number of groups, not just a leftover digit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basic-fact fluency before layering on place value. Transition: "Let's use a fact like this to divide a much bigger number."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Each tray holds exactly 3 hundred-tiles (300). Count the trays out loud, one at a time, to land on 12 -- the quotient IS the tray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Rewriting both numbers in hundreds turns a scary-looking division into a basic fact: 36 ÷ 3 =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This explains WHY the 'cancel the zeros' shortcut works -- it's not magic, it's regrouping into a shared unit. Watch for: students who cancel zeros without matching units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Same grouping strategy scales up to thousands -- the IP includes this magnitude, so make sure students see it modeled before independent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"quotient" and "equal groups"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56,000 ÷ 800 step by step, narrating the regroup into hundreds and the basic fact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regroup into hundreds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Unit 2 -- expressions and order of operations build directly on these operation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divide only the leading digits without matching the units (e.g. 15 ÷ 3 but then forget it's already in hundreds, giving 50 instead of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divide only the leading digits without matching the units (e.g. 15 ÷ 3 but then forget it's already in hundreds, giving 50 instead of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5.01 · Grouping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÷ 600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in hundreds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= 54 hundreds.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= 6 hundreds.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hundreds ÷ 6 hundreds = 9 groups.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a related fact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know 54 ÷ 6 = 9.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and 600 have the same number of zeros.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5,400 ÷ 600 = 9.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both numbers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is close to 5,400.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is close to 600.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a little less than 10 groups.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both numbers share the same zeros,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the hundreds (or thousands) directly -- the group size and the total shrink by the same amount, so the quotient stays a clean number.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8,100 ÷ 900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9 — 81 hundreds ÷ 9 hundreds = 9 groups.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5.01.04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Tens, Hundreds, Thousands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 · Whole Number Operations and Place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grouping mat to divide by tens, hundreds, and thousands without losing the place value.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“Division asks: how many equal groups of this size can I make?”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÷ 7 = ?      63 ÷ 9 = ?      54 ÷ 6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grouping mat leans on basic division facts like these, applied to hundreds and thousands.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63 ÷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grouping help us divide by 10-, 100-, or 1,000-sized numbers?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Imagine 3,600 as 36 hundreds. How many groups of 3 hundreds is that?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÷ 300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36 hundreds ÷ 3 hundreds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Fill the Trays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3,600 ÷ 300 — 36 hundred-tiles, grouped into trays of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137160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25496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37160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4488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88536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7528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51576" y="166420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62456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24688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57400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41448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25496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24688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04488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88536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46888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67528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51576" y="276148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8408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62456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20240" y="35661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400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41448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25496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2024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83280" y="35661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20440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88536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46320" y="35661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83480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67528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51576" y="3858768"/>
            <a:ext cx="29260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Tray 12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13716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1371600"/>
            <a:ext cx="2103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trays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300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groups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Hundreds, Not 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188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36 hundreds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 hundreds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0" y="301752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hundreds ÷ 3 hundreds = 12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Grouping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÷ 300 = 12      because 36 hundreds ÷ 3 hundreds = 12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rewrite both numbers using the same larger unit (hundreds or thousands), then divide the basic fact.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Grouping, Bigger Place Value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Divide by Thousands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42,000 ÷ 6,000  —  42 thousands ÷ 6 thousands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42 thousands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 thousands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5661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÷ 6 = 7 groups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20624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2062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basic fact did you use?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equal set made from the total.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number you are dividing by; it tells the group size.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number of groups you can make.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groups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groups that all have the same amount.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factory ships 56,000 bolts, 800 bolts per crate. How many crates?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This is 56,000 ÷ 800.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Rewrite in hundreds: 560 hundreds ÷ 8 hundreds.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Use the basic fact: 560 ÷ 8 = 70.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Quotient: 70 crates.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4,800 ÷ 600.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the basic fact you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8 — 48 hundreds ÷ 6 hundreds = 8.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 will use these operation models inside expressions -- the models you built help you keep track of what each part of an expression means.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 ÷ 300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 ÷ 300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1,500 is 15 hundreds. 300 is 3 hundreds. 15 hundreds ÷ 3 hundreds = 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both numbers in a problem like 3,600 ÷ 300 share the same number of zeros -- that tells me I can rewrite them in hundreds and divide a basic fact.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multiplying my quotient back by the divisor to make sure the trays actually add up to the original total.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hundred-tiles being sorted into trays -- the number of full trays is the quotient.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quotient is the number of equal groups, and dividing by a power of ten's multiple means regrouping into a shared place-value unit first.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divide by tens, hundreds, and thousands.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Unit 2 begins expressions and order of operations.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5.01.04 Dividing by Tens, Hundreds, Thousands — Teacher Slides</dc:title>
  <dc:subject>PptxGenJS Presentation</dc:subject>
  <dc:creator>PptxGenJS</dc:creator>
  <cp:lastModifiedBy>PptxGenJS</cp:lastModifiedBy>
  <cp:revision>1</cp:revision>
  <dcterms:created xsi:type="dcterms:W3CDTF">2026-07-16T19:51:08Z</dcterms:created>
  <dcterms:modified xsi:type="dcterms:W3CDTF">2026-07-16T19:51:08Z</dcterms:modified>
</cp:coreProperties>
</file>