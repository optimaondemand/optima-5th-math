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 WODB (2 min)
Present all 4 decimals. Give 60 seconds of silent think time.
Anticipated: students may focus on digit order rather than value/rounding.
Transition: "Let's hear why each one could be the odd one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 WODB (2 min)
Present all 4 decimals. Give 60 seconds of silent think time.
Anticipated: students may focus on digit order rather than value/rounding.
Transition: "Let's hear why each one could be the odd one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GALLERY (2 min)
Walk through each number's rounding behavior at the nearest tenth. Emphasize that identical digits in different places create different values — this is exactly why we line up decimal places to add.
Common error: forgetting standard rounding rules (5 or more rounds up).
Transition: "Let's connect this place-value thinking to today's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GALLERY (2 min)
Walk through each number's rounding behavior at the nearest tenth. Emphasize that identical digits in different places create different values — this is exactly why we line up decimal places to add.
Common error: forgetting standard rounding rules (5 or more rounds up).
Transition: "Let's connect this place-value thinking to today's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(1 min)
Introduce the lesson: today we add decimals all the way to the thousandths place.
Transition: "Let's look at our goal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min)
Read the I Can statement aloud. Emphasize "matching places" — tenths with tenths, hundredths with hundredths.
Transition: "Before we add decimals, let's warm up the skills we'll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
These review place value naming, rounding, and whole-number regrouping — all skills needed for today.
Anticipated: 6 hundredths; 5.9; 615 with a regroup from ones to tens and tens to hundreds.
Common error: students may say "6 tenths" for the first question — point to the place-value chart.
Transition: "Today's regrouping works the very same way, just with decimal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Set the real-world stage: a coach adding logged distances.
Anticipated: mixed guesses — some students will say "more digits," some "could go either way."
Transition: "Let's notice and wonder about a runner's distances before we build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&amp; WONDER (2 min)
Let students notice the different place values before guiding.
Anticipated notices: "one has three decimal digits, one has three too"; wonders: "do we just add straight across?"
Transition: "Let's build this with a hands-on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(4 min)
Show the two starting grids shaded, then physically slide them together — 68 + 47 hundredths is more than 100, so a full grid gets filled and a new grid starts with the leftover.
Anticipated: "because you ran out of room in one grid" / "100 hundredths makes 1 whole."
Common error: writing 1.115 instead of 1.15 — reinforce that 100 hundredths becomes exactly 1 whole, not an extra digit.
Transition: "Now let's zoom in past hundredths, down to the thousandths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(3 min)
Zoom into the thousandths place for each addend using the actual lesson numbers, 1.236 and 0.482.
Anticipated: students track that 6 + 2 = 8 thousandths, matching the final digit of 1.718.
Common error: losing track of which zoomed cell belongs to which number.
Transition: "Let's name the rule that makes this work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(3 min)
State the rule in words, then show the written vertical method with today's own worked example.
Anticipated: students connect the trade language directly to "carrying."
Common error: adding straight across without lining up decimal points.
Transition: "Let's build the vocabulary we'll use to talk about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Read each term, definition, and example aloud. Point back to the grids and vertical algorithm from prior slides.
Transition: "Let's use these words while we work through a guided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A (3 min)
Work this aloud step by step: thousandths 7+8=15, write 5 carry 1; hundredths 3+4+1=8; tenths 2+6=8; ones 4+3=7. Answer 7.885.
Anticipated error: forgetting the carried 1 into hundredths.
Transition: "Now let's look at two trickier problem types from your practice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B (4 min)
Cover both remaining IP problem types together: unequal decimal-place counts (pad with a zero) and adding three decimals at once.
Anticipated error: lining up the last digits instead of the decimal points.
Transition: "Your turn — try a problem like this on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(4 min)
Students work independently, then respond in chat. Correct total: 6.584 km, using thousandths as the shared number of places.
Anticipated error: adding 2.6 and 0.88 as if they had the same number of decimal places without padding zeros.
Transition: "Here's where this model leads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tomorrow's subtraction lesson using the same grid model, now removing instead of combining.
Transition: "Let's check what you know before we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Kai's mistake was lining up the last digits (6 and 7) instead of the decimal points. Writing 5.6 as 5.60 fixes it without changing its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Kai's mistake was lining up the last digits (6 and 7) instead of the decimal points. Writing 5.6 as 5.60 fixes it without changing its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DISMISSAL (1 min)
Review the three tasks. Remind students the IP includes an error-analysis problem like today's exit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74320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743200" cy="292608"/>
          </a:xfrm>
          <a:prstGeom prst="rect">
            <a:avLst/>
          </a:prstGeom>
          <a:noFill/>
          <a:ln/>
        </p:spPr>
        <p:txBody>
          <a:bodyPr wrap="square" lIns="0" tIns="0" rIns="0" bIns="0" rtlCol="0" anchor="ctr"/>
          <a:lstStyle/>
          <a:p>
            <a:pPr algn="ctr" indent="0" marL="0">
              <a:buNone/>
            </a:pPr>
            <a:r>
              <a:rPr lang="en-US" sz="800" b="1" spc="100" kern="0" dirty="0">
                <a:solidFill>
                  <a:srgbClr val="FFFFFF"/>
                </a:solidFill>
              </a:rPr>
              <a:t>WHICH ONE DOESN'T BELONG</a:t>
            </a:r>
            <a:endParaRPr lang="en-US" sz="800" dirty="0"/>
          </a:p>
        </p:txBody>
      </p:sp>
      <p:sp>
        <p:nvSpPr>
          <p:cNvPr id="5" name="Shape 3"/>
          <p:cNvSpPr/>
          <p:nvPr/>
        </p:nvSpPr>
        <p:spPr>
          <a:xfrm>
            <a:off x="2944368" y="164592"/>
            <a:ext cx="576072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944368" y="164592"/>
            <a:ext cx="5760720" cy="292608"/>
          </a:xfrm>
          <a:prstGeom prst="rect">
            <a:avLst/>
          </a:prstGeom>
          <a:noFill/>
          <a:ln/>
        </p:spPr>
        <p:txBody>
          <a:bodyPr wrap="square" lIns="0" tIns="0" rIns="0" bIns="0" rtlCol="0" anchor="ctr"/>
          <a:lstStyle/>
          <a:p>
            <a:pPr indent="0" marL="0">
              <a:buNone/>
            </a:pPr>
            <a:r>
              <a:rPr lang="en-US" sz="900" dirty="0">
                <a:solidFill>
                  <a:srgbClr val="FFFFFF"/>
                </a:solidFill>
              </a:rPr>
              <a:t>  ·  Lesson 5.10.01 · Decimal Place Value</a:t>
            </a:r>
            <a:endParaRPr lang="en-US" sz="900" dirty="0"/>
          </a:p>
        </p:txBody>
      </p:sp>
      <p:sp>
        <p:nvSpPr>
          <p:cNvPr id="7" name="Shape 5"/>
          <p:cNvSpPr/>
          <p:nvPr/>
        </p:nvSpPr>
        <p:spPr>
          <a:xfrm>
            <a:off x="914400" y="1188720"/>
            <a:ext cx="3200400" cy="1371600"/>
          </a:xfrm>
          <a:prstGeom prst="roundRect">
            <a:avLst>
              <a:gd name="adj" fmla="val 6667"/>
            </a:avLst>
          </a:prstGeom>
          <a:solidFill>
            <a:srgbClr val="2A3B5A"/>
          </a:solidFill>
          <a:ln w="12700">
            <a:solidFill>
              <a:srgbClr val="4A5B8A"/>
            </a:solidFill>
            <a:prstDash val="solid"/>
          </a:ln>
        </p:spPr>
      </p:sp>
      <p:sp>
        <p:nvSpPr>
          <p:cNvPr id="8" name="Text 6"/>
          <p:cNvSpPr/>
          <p:nvPr/>
        </p:nvSpPr>
        <p:spPr>
          <a:xfrm>
            <a:off x="914400" y="11887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3.470</a:t>
            </a:r>
            <a:endParaRPr lang="en-US" sz="2600" dirty="0"/>
          </a:p>
        </p:txBody>
      </p:sp>
      <p:sp>
        <p:nvSpPr>
          <p:cNvPr id="9" name="Shape 7"/>
          <p:cNvSpPr/>
          <p:nvPr/>
        </p:nvSpPr>
        <p:spPr>
          <a:xfrm>
            <a:off x="5029200" y="1188720"/>
            <a:ext cx="3200400" cy="1371600"/>
          </a:xfrm>
          <a:prstGeom prst="roundRect">
            <a:avLst>
              <a:gd name="adj" fmla="val 6667"/>
            </a:avLst>
          </a:prstGeom>
          <a:solidFill>
            <a:srgbClr val="2A3B5A"/>
          </a:solidFill>
          <a:ln w="12700">
            <a:solidFill>
              <a:srgbClr val="4A5B8A"/>
            </a:solidFill>
            <a:prstDash val="solid"/>
          </a:ln>
        </p:spPr>
      </p:sp>
      <p:sp>
        <p:nvSpPr>
          <p:cNvPr id="10" name="Text 8"/>
          <p:cNvSpPr/>
          <p:nvPr/>
        </p:nvSpPr>
        <p:spPr>
          <a:xfrm>
            <a:off x="5029200" y="11887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3.047</a:t>
            </a:r>
            <a:endParaRPr lang="en-US" sz="2600" dirty="0"/>
          </a:p>
        </p:txBody>
      </p:sp>
      <p:sp>
        <p:nvSpPr>
          <p:cNvPr id="11" name="Shape 9"/>
          <p:cNvSpPr/>
          <p:nvPr/>
        </p:nvSpPr>
        <p:spPr>
          <a:xfrm>
            <a:off x="914400" y="3017520"/>
            <a:ext cx="3200400" cy="1371600"/>
          </a:xfrm>
          <a:prstGeom prst="roundRect">
            <a:avLst>
              <a:gd name="adj" fmla="val 6667"/>
            </a:avLst>
          </a:prstGeom>
          <a:solidFill>
            <a:srgbClr val="2A3B5A"/>
          </a:solidFill>
          <a:ln w="12700">
            <a:solidFill>
              <a:srgbClr val="4A5B8A"/>
            </a:solidFill>
            <a:prstDash val="solid"/>
          </a:ln>
        </p:spPr>
      </p:sp>
      <p:sp>
        <p:nvSpPr>
          <p:cNvPr id="12" name="Text 10"/>
          <p:cNvSpPr/>
          <p:nvPr/>
        </p:nvSpPr>
        <p:spPr>
          <a:xfrm>
            <a:off x="914400" y="30175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3.407</a:t>
            </a:r>
            <a:endParaRPr lang="en-US" sz="2600" dirty="0"/>
          </a:p>
        </p:txBody>
      </p:sp>
      <p:sp>
        <p:nvSpPr>
          <p:cNvPr id="13" name="Shape 11"/>
          <p:cNvSpPr/>
          <p:nvPr/>
        </p:nvSpPr>
        <p:spPr>
          <a:xfrm>
            <a:off x="5029200" y="3017520"/>
            <a:ext cx="3200400" cy="1371600"/>
          </a:xfrm>
          <a:prstGeom prst="roundRect">
            <a:avLst>
              <a:gd name="adj" fmla="val 6667"/>
            </a:avLst>
          </a:prstGeom>
          <a:solidFill>
            <a:srgbClr val="2A3B5A"/>
          </a:solidFill>
          <a:ln w="12700">
            <a:solidFill>
              <a:srgbClr val="4A5B8A"/>
            </a:solidFill>
            <a:prstDash val="solid"/>
          </a:ln>
        </p:spPr>
      </p:sp>
      <p:sp>
        <p:nvSpPr>
          <p:cNvPr id="14" name="Text 12"/>
          <p:cNvSpPr/>
          <p:nvPr/>
        </p:nvSpPr>
        <p:spPr>
          <a:xfrm>
            <a:off x="5029200" y="3017520"/>
            <a:ext cx="3200400" cy="13716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3.740</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Every Answer Can Be Right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Which Doesn't Belong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60120"/>
            <a:ext cx="4069080" cy="1645920"/>
          </a:xfrm>
          <a:prstGeom prst="roundRect">
            <a:avLst>
              <a:gd name="adj" fmla="val 5556"/>
            </a:avLst>
          </a:prstGeom>
          <a:solidFill>
            <a:srgbClr val="EAE8F5"/>
          </a:solidFill>
          <a:ln w="6350">
            <a:solidFill>
              <a:srgbClr val="DDDDEE"/>
            </a:solidFill>
            <a:prstDash val="solid"/>
          </a:ln>
        </p:spPr>
      </p:sp>
      <p:sp>
        <p:nvSpPr>
          <p:cNvPr id="7" name="Text 5"/>
          <p:cNvSpPr/>
          <p:nvPr/>
        </p:nvSpPr>
        <p:spPr>
          <a:xfrm>
            <a:off x="502920" y="103327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3.470</a:t>
            </a:r>
            <a:endParaRPr lang="en-US" sz="1600" dirty="0"/>
          </a:p>
        </p:txBody>
      </p:sp>
      <p:sp>
        <p:nvSpPr>
          <p:cNvPr id="8" name="Text 6"/>
          <p:cNvSpPr/>
          <p:nvPr/>
        </p:nvSpPr>
        <p:spPr>
          <a:xfrm>
            <a:off x="502920" y="146304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Rounds to 3.5 at the nearest tenth — the hundredths digit (7) is the only one that pushes the tenths digit up a whole step.</a:t>
            </a:r>
            <a:endParaRPr lang="en-US" sz="1200" dirty="0"/>
          </a:p>
        </p:txBody>
      </p:sp>
      <p:sp>
        <p:nvSpPr>
          <p:cNvPr id="9" name="Shape 7"/>
          <p:cNvSpPr/>
          <p:nvPr/>
        </p:nvSpPr>
        <p:spPr>
          <a:xfrm>
            <a:off x="4709160" y="960120"/>
            <a:ext cx="4069080" cy="1645920"/>
          </a:xfrm>
          <a:prstGeom prst="roundRect">
            <a:avLst>
              <a:gd name="adj" fmla="val 5556"/>
            </a:avLst>
          </a:prstGeom>
          <a:solidFill>
            <a:srgbClr val="E6F2EA"/>
          </a:solidFill>
          <a:ln w="6350">
            <a:solidFill>
              <a:srgbClr val="DDDDEE"/>
            </a:solidFill>
            <a:prstDash val="solid"/>
          </a:ln>
        </p:spPr>
      </p:sp>
      <p:sp>
        <p:nvSpPr>
          <p:cNvPr id="10" name="Text 8"/>
          <p:cNvSpPr/>
          <p:nvPr/>
        </p:nvSpPr>
        <p:spPr>
          <a:xfrm>
            <a:off x="4846320" y="103327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3.047</a:t>
            </a:r>
            <a:endParaRPr lang="en-US" sz="1600" dirty="0"/>
          </a:p>
        </p:txBody>
      </p:sp>
      <p:sp>
        <p:nvSpPr>
          <p:cNvPr id="11" name="Text 9"/>
          <p:cNvSpPr/>
          <p:nvPr/>
        </p:nvSpPr>
        <p:spPr>
          <a:xfrm>
            <a:off x="4846320" y="146304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Rounds to 3.0 at the nearest tenth — the only one with a 0 in the tenths place.</a:t>
            </a:r>
            <a:endParaRPr lang="en-US" sz="1200" dirty="0"/>
          </a:p>
        </p:txBody>
      </p:sp>
      <p:sp>
        <p:nvSpPr>
          <p:cNvPr id="12" name="Shape 10"/>
          <p:cNvSpPr/>
          <p:nvPr/>
        </p:nvSpPr>
        <p:spPr>
          <a:xfrm>
            <a:off x="365760" y="2743200"/>
            <a:ext cx="4069080" cy="1645920"/>
          </a:xfrm>
          <a:prstGeom prst="roundRect">
            <a:avLst>
              <a:gd name="adj" fmla="val 5556"/>
            </a:avLst>
          </a:prstGeom>
          <a:solidFill>
            <a:srgbClr val="FEF6E4"/>
          </a:solidFill>
          <a:ln w="6350">
            <a:solidFill>
              <a:srgbClr val="DDDDEE"/>
            </a:solidFill>
            <a:prstDash val="solid"/>
          </a:ln>
        </p:spPr>
      </p:sp>
      <p:sp>
        <p:nvSpPr>
          <p:cNvPr id="13" name="Text 11"/>
          <p:cNvSpPr/>
          <p:nvPr/>
        </p:nvSpPr>
        <p:spPr>
          <a:xfrm>
            <a:off x="502920" y="281635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3.407</a:t>
            </a:r>
            <a:endParaRPr lang="en-US" sz="1600" dirty="0"/>
          </a:p>
        </p:txBody>
      </p:sp>
      <p:sp>
        <p:nvSpPr>
          <p:cNvPr id="14" name="Text 12"/>
          <p:cNvSpPr/>
          <p:nvPr/>
        </p:nvSpPr>
        <p:spPr>
          <a:xfrm>
            <a:off x="502920" y="324612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Rounds to 3.4 at the nearest tenth — the only one with a 0 in the hundredths place.</a:t>
            </a:r>
            <a:endParaRPr lang="en-US" sz="1200" dirty="0"/>
          </a:p>
        </p:txBody>
      </p:sp>
      <p:sp>
        <p:nvSpPr>
          <p:cNvPr id="15" name="Shape 13"/>
          <p:cNvSpPr/>
          <p:nvPr/>
        </p:nvSpPr>
        <p:spPr>
          <a:xfrm>
            <a:off x="4709160" y="2743200"/>
            <a:ext cx="4069080" cy="1645920"/>
          </a:xfrm>
          <a:prstGeom prst="roundRect">
            <a:avLst>
              <a:gd name="adj" fmla="val 5556"/>
            </a:avLst>
          </a:prstGeom>
          <a:solidFill>
            <a:srgbClr val="FEF0E6"/>
          </a:solidFill>
          <a:ln w="6350">
            <a:solidFill>
              <a:srgbClr val="DDDDEE"/>
            </a:solidFill>
            <a:prstDash val="solid"/>
          </a:ln>
        </p:spPr>
      </p:sp>
      <p:sp>
        <p:nvSpPr>
          <p:cNvPr id="16" name="Text 14"/>
          <p:cNvSpPr/>
          <p:nvPr/>
        </p:nvSpPr>
        <p:spPr>
          <a:xfrm>
            <a:off x="4846320" y="2816352"/>
            <a:ext cx="3794760" cy="41148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3.740</a:t>
            </a:r>
            <a:endParaRPr lang="en-US" sz="1600" dirty="0"/>
          </a:p>
        </p:txBody>
      </p:sp>
      <p:sp>
        <p:nvSpPr>
          <p:cNvPr id="17" name="Text 15"/>
          <p:cNvSpPr/>
          <p:nvPr/>
        </p:nvSpPr>
        <p:spPr>
          <a:xfrm>
            <a:off x="4846320" y="3246120"/>
            <a:ext cx="3794760" cy="1051560"/>
          </a:xfrm>
          <a:prstGeom prst="rect">
            <a:avLst/>
          </a:prstGeom>
          <a:noFill/>
          <a:ln/>
        </p:spPr>
        <p:txBody>
          <a:bodyPr wrap="square" lIns="0" tIns="0" rIns="0" bIns="0" rtlCol="0" anchor="ctr"/>
          <a:lstStyle/>
          <a:p>
            <a:pPr indent="0" marL="0">
              <a:buNone/>
            </a:pPr>
            <a:r>
              <a:rPr lang="en-US" sz="1200" dirty="0">
                <a:solidFill>
                  <a:srgbClr val="1A1A2E"/>
                </a:solidFill>
              </a:rPr>
              <a:t>Rounds to 3.7 at the nearest tenth — the only one where the tenths digit is the largest digit in the number.</a:t>
            </a:r>
            <a:endParaRPr lang="en-US" sz="1200" dirty="0"/>
          </a:p>
        </p:txBody>
      </p:sp>
      <p:sp>
        <p:nvSpPr>
          <p:cNvPr id="18" name="Shape 16"/>
          <p:cNvSpPr/>
          <p:nvPr/>
        </p:nvSpPr>
        <p:spPr>
          <a:xfrm>
            <a:off x="1828800" y="4480560"/>
            <a:ext cx="5486400" cy="438912"/>
          </a:xfrm>
          <a:prstGeom prst="roundRect">
            <a:avLst>
              <a:gd name="adj" fmla="val 12500"/>
            </a:avLst>
          </a:prstGeom>
          <a:solidFill>
            <a:srgbClr val="464EB8"/>
          </a:solidFill>
          <a:ln w="12700">
            <a:solidFill>
              <a:srgbClr val="464EB8"/>
            </a:solidFill>
            <a:prstDash val="solid"/>
          </a:ln>
        </p:spPr>
      </p:sp>
      <p:sp>
        <p:nvSpPr>
          <p:cNvPr id="19" name="Text 17"/>
          <p:cNvSpPr/>
          <p:nvPr/>
        </p:nvSpPr>
        <p:spPr>
          <a:xfrm>
            <a:off x="1828800" y="448056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pick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WHICH DOESN'T BELONG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100" kern="0" dirty="0">
                <a:solidFill>
                  <a:srgbClr val="FFFFFF"/>
                </a:solidFill>
              </a:rPr>
              <a:t>Vocabulary Connection</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54480"/>
            <a:ext cx="8229600" cy="20116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This is the value that regroups to a whole new tenths digit when you round it — 3.470 rounds up to 3.5 because 7 hundredths is enough to trade into 1 more tenth.</a:t>
            </a:r>
            <a:endParaRPr lang="en-US" sz="2000" dirty="0"/>
          </a:p>
        </p:txBody>
      </p:sp>
      <p:sp>
        <p:nvSpPr>
          <p:cNvPr id="8" name="Shape 6"/>
          <p:cNvSpPr/>
          <p:nvPr/>
        </p:nvSpPr>
        <p:spPr>
          <a:xfrm>
            <a:off x="1188720" y="4343400"/>
            <a:ext cx="676656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188720" y="4343400"/>
            <a:ext cx="676656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item fits the word?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WHICH DOESN'T BELONG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Shape 5"/>
          <p:cNvSpPr/>
          <p:nvPr/>
        </p:nvSpPr>
        <p:spPr>
          <a:xfrm>
            <a:off x="914400" y="1463040"/>
            <a:ext cx="3200400" cy="1280160"/>
          </a:xfrm>
          <a:prstGeom prst="roundRect">
            <a:avLst>
              <a:gd name="adj" fmla="val 7143"/>
            </a:avLst>
          </a:prstGeom>
          <a:solidFill>
            <a:srgbClr val="1A5533"/>
          </a:solidFill>
          <a:ln w="12700">
            <a:solidFill>
              <a:srgbClr val="3A7555"/>
            </a:solidFill>
            <a:prstDash val="solid"/>
          </a:ln>
        </p:spPr>
      </p:sp>
      <p:sp>
        <p:nvSpPr>
          <p:cNvPr id="8" name="Text 6"/>
          <p:cNvSpPr/>
          <p:nvPr/>
        </p:nvSpPr>
        <p:spPr>
          <a:xfrm>
            <a:off x="914400" y="146304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2.581</a:t>
            </a:r>
            <a:endParaRPr lang="en-US" sz="2600" dirty="0"/>
          </a:p>
        </p:txBody>
      </p:sp>
      <p:sp>
        <p:nvSpPr>
          <p:cNvPr id="9" name="Shape 7"/>
          <p:cNvSpPr/>
          <p:nvPr/>
        </p:nvSpPr>
        <p:spPr>
          <a:xfrm>
            <a:off x="5029200" y="1463040"/>
            <a:ext cx="3200400" cy="1280160"/>
          </a:xfrm>
          <a:prstGeom prst="roundRect">
            <a:avLst>
              <a:gd name="adj" fmla="val 7143"/>
            </a:avLst>
          </a:prstGeom>
          <a:solidFill>
            <a:srgbClr val="1A5533"/>
          </a:solidFill>
          <a:ln w="12700">
            <a:solidFill>
              <a:srgbClr val="3A7555"/>
            </a:solidFill>
            <a:prstDash val="solid"/>
          </a:ln>
        </p:spPr>
      </p:sp>
      <p:sp>
        <p:nvSpPr>
          <p:cNvPr id="10" name="Text 8"/>
          <p:cNvSpPr/>
          <p:nvPr/>
        </p:nvSpPr>
        <p:spPr>
          <a:xfrm>
            <a:off x="5029200" y="146304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2.815</a:t>
            </a:r>
            <a:endParaRPr lang="en-US" sz="2600" dirty="0"/>
          </a:p>
        </p:txBody>
      </p:sp>
      <p:sp>
        <p:nvSpPr>
          <p:cNvPr id="11" name="Shape 9"/>
          <p:cNvSpPr/>
          <p:nvPr/>
        </p:nvSpPr>
        <p:spPr>
          <a:xfrm>
            <a:off x="914400" y="3108960"/>
            <a:ext cx="3200400" cy="1280160"/>
          </a:xfrm>
          <a:prstGeom prst="roundRect">
            <a:avLst>
              <a:gd name="adj" fmla="val 7143"/>
            </a:avLst>
          </a:prstGeom>
          <a:solidFill>
            <a:srgbClr val="1A5533"/>
          </a:solidFill>
          <a:ln w="12700">
            <a:solidFill>
              <a:srgbClr val="3A7555"/>
            </a:solidFill>
            <a:prstDash val="solid"/>
          </a:ln>
        </p:spPr>
      </p:sp>
      <p:sp>
        <p:nvSpPr>
          <p:cNvPr id="12" name="Text 10"/>
          <p:cNvSpPr/>
          <p:nvPr/>
        </p:nvSpPr>
        <p:spPr>
          <a:xfrm>
            <a:off x="914400" y="310896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2.158</a:t>
            </a:r>
            <a:endParaRPr lang="en-US" sz="2600" dirty="0"/>
          </a:p>
        </p:txBody>
      </p:sp>
      <p:sp>
        <p:nvSpPr>
          <p:cNvPr id="13" name="Shape 11"/>
          <p:cNvSpPr/>
          <p:nvPr/>
        </p:nvSpPr>
        <p:spPr>
          <a:xfrm>
            <a:off x="5029200" y="3108960"/>
            <a:ext cx="3200400" cy="1280160"/>
          </a:xfrm>
          <a:prstGeom prst="roundRect">
            <a:avLst>
              <a:gd name="adj" fmla="val 7143"/>
            </a:avLst>
          </a:prstGeom>
          <a:solidFill>
            <a:srgbClr val="1A5533"/>
          </a:solidFill>
          <a:ln w="12700">
            <a:solidFill>
              <a:srgbClr val="3A7555"/>
            </a:solidFill>
            <a:prstDash val="solid"/>
          </a:ln>
        </p:spPr>
      </p:sp>
      <p:sp>
        <p:nvSpPr>
          <p:cNvPr id="14" name="Text 12"/>
          <p:cNvSpPr/>
          <p:nvPr/>
        </p:nvSpPr>
        <p:spPr>
          <a:xfrm>
            <a:off x="5029200" y="3108960"/>
            <a:ext cx="3200400"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2.518</a:t>
            </a:r>
            <a:endParaRPr lang="en-US" sz="2600" dirty="0"/>
          </a:p>
        </p:txBody>
      </p:sp>
      <p:sp>
        <p:nvSpPr>
          <p:cNvPr id="15" name="Shape 13"/>
          <p:cNvSpPr/>
          <p:nvPr/>
        </p:nvSpPr>
        <p:spPr>
          <a:xfrm>
            <a:off x="1828800" y="4434840"/>
            <a:ext cx="5486400" cy="438912"/>
          </a:xfrm>
          <a:prstGeom prst="roundRect">
            <a:avLst>
              <a:gd name="adj" fmla="val 12500"/>
            </a:avLst>
          </a:prstGeom>
          <a:solidFill>
            <a:srgbClr val="464EB8"/>
          </a:solidFill>
          <a:ln w="12700">
            <a:solidFill>
              <a:srgbClr val="464EB8"/>
            </a:solidFill>
            <a:prstDash val="solid"/>
          </a:ln>
        </p:spPr>
      </p:sp>
      <p:sp>
        <p:nvSpPr>
          <p:cNvPr id="16" name="Text 14"/>
          <p:cNvSpPr/>
          <p:nvPr/>
        </p:nvSpPr>
        <p:spPr>
          <a:xfrm>
            <a:off x="1828800" y="443484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pick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5.10.01</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Adding Decimals to the Thousandths</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10 · The Four Operations of Decimals · Lesson 1 of 8</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MA.5.NSO.2.3   ·   MTR.2.1   ·   MTR.5.1</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add decimals to the thousandths place by combining matching place values and regrouping when a place reaches 10.</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“Decimal addition works when matching places are added together.”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Check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14400"/>
          </a:xfrm>
          <a:prstGeom prst="roundRect">
            <a:avLst>
              <a:gd name="adj" fmla="val 10000"/>
            </a:avLst>
          </a:prstGeom>
          <a:solidFill>
            <a:srgbClr val="FFFFFF"/>
          </a:solidFill>
          <a:ln w="6350">
            <a:solidFill>
              <a:srgbClr val="DDDDEE"/>
            </a:solidFill>
            <a:prstDash val="solid"/>
          </a:ln>
        </p:spPr>
      </p:sp>
      <p:sp>
        <p:nvSpPr>
          <p:cNvPr id="7" name="Text 5"/>
          <p:cNvSpPr/>
          <p:nvPr/>
        </p:nvSpPr>
        <p:spPr>
          <a:xfrm>
            <a:off x="685800" y="1051560"/>
            <a:ext cx="7772400" cy="73152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1.  What is the value of the 6 in 4.263?</a:t>
            </a:r>
            <a:endParaRPr lang="en-US" sz="1600" dirty="0"/>
          </a:p>
        </p:txBody>
      </p:sp>
      <p:sp>
        <p:nvSpPr>
          <p:cNvPr id="8" name="Shape 6"/>
          <p:cNvSpPr/>
          <p:nvPr/>
        </p:nvSpPr>
        <p:spPr>
          <a:xfrm>
            <a:off x="457200" y="2057400"/>
            <a:ext cx="8229600" cy="914400"/>
          </a:xfrm>
          <a:prstGeom prst="roundRect">
            <a:avLst>
              <a:gd name="adj" fmla="val 10000"/>
            </a:avLst>
          </a:prstGeom>
          <a:solidFill>
            <a:srgbClr val="FFFFFF"/>
          </a:solidFill>
          <a:ln w="6350">
            <a:solidFill>
              <a:srgbClr val="DDDDEE"/>
            </a:solidFill>
            <a:prstDash val="solid"/>
          </a:ln>
        </p:spPr>
      </p:sp>
      <p:sp>
        <p:nvSpPr>
          <p:cNvPr id="9" name="Text 7"/>
          <p:cNvSpPr/>
          <p:nvPr/>
        </p:nvSpPr>
        <p:spPr>
          <a:xfrm>
            <a:off x="685800" y="2148840"/>
            <a:ext cx="7772400" cy="73152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2.  Round 5.87 to the nearest tenth.</a:t>
            </a:r>
            <a:endParaRPr lang="en-US" sz="1600" dirty="0"/>
          </a:p>
        </p:txBody>
      </p:sp>
      <p:sp>
        <p:nvSpPr>
          <p:cNvPr id="10" name="Shape 8"/>
          <p:cNvSpPr/>
          <p:nvPr/>
        </p:nvSpPr>
        <p:spPr>
          <a:xfrm>
            <a:off x="457200" y="3154680"/>
            <a:ext cx="8229600" cy="914400"/>
          </a:xfrm>
          <a:prstGeom prst="roundRect">
            <a:avLst>
              <a:gd name="adj" fmla="val 10000"/>
            </a:avLst>
          </a:prstGeom>
          <a:solidFill>
            <a:srgbClr val="FFFFFF"/>
          </a:solidFill>
          <a:ln w="6350">
            <a:solidFill>
              <a:srgbClr val="DDDDEE"/>
            </a:solidFill>
            <a:prstDash val="solid"/>
          </a:ln>
        </p:spPr>
      </p:sp>
      <p:sp>
        <p:nvSpPr>
          <p:cNvPr id="11" name="Text 9"/>
          <p:cNvSpPr/>
          <p:nvPr/>
        </p:nvSpPr>
        <p:spPr>
          <a:xfrm>
            <a:off x="685800" y="3246120"/>
            <a:ext cx="7772400" cy="73152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3.  347 + 268 = ? Show where you regrouped.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Real World · Running Log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828800"/>
          </a:xfrm>
          <a:prstGeom prst="roundRect">
            <a:avLst>
              <a:gd name="adj" fmla="val 5000"/>
            </a:avLst>
          </a:prstGeom>
          <a:solidFill>
            <a:srgbClr val="EAE8F5"/>
          </a:solidFill>
          <a:ln w="6350">
            <a:solidFill>
              <a:srgbClr val="DDDDEE"/>
            </a:solidFill>
            <a:prstDash val="solid"/>
          </a:ln>
        </p:spPr>
      </p:sp>
      <p:sp>
        <p:nvSpPr>
          <p:cNvPr id="7" name="Text 5"/>
          <p:cNvSpPr/>
          <p:nvPr/>
        </p:nvSpPr>
        <p:spPr>
          <a:xfrm>
            <a:off x="685800" y="1143000"/>
            <a:ext cx="7772400" cy="155448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A cross-country coach logs each runner's daily distance to the thousandths of a kilometer, then adds a week of distances together to find a training total.</a:t>
            </a:r>
            <a:endParaRPr lang="en-US" sz="1800" dirty="0"/>
          </a:p>
        </p:txBody>
      </p:sp>
      <p:sp>
        <p:nvSpPr>
          <p:cNvPr id="8" name="Shape 6"/>
          <p:cNvSpPr/>
          <p:nvPr/>
        </p:nvSpPr>
        <p:spPr>
          <a:xfrm>
            <a:off x="914400" y="3291840"/>
            <a:ext cx="73152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914400" y="32918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when you add two decimals with a different number of digits after the point, will the total have more digits, fewer digits, or could it go either way?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Addition to the Thousandths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A runner jogs 1.236 miles in the morning and 0.482 miles in the afternoon. How can we combine the distances without mixing up tenths, hundredths, and thousandths?</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Combine the Grids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11480" y="1051560"/>
            <a:ext cx="192024" cy="192024"/>
          </a:xfrm>
          <a:prstGeom prst="rect">
            <a:avLst/>
          </a:prstGeom>
          <a:solidFill>
            <a:srgbClr val="4A3D8F"/>
          </a:solidFill>
          <a:ln w="6350">
            <a:solidFill>
              <a:srgbClr val="AAAAAA"/>
            </a:solidFill>
            <a:prstDash val="solid"/>
          </a:ln>
        </p:spPr>
      </p:sp>
      <p:sp>
        <p:nvSpPr>
          <p:cNvPr id="7" name="Shape 5"/>
          <p:cNvSpPr/>
          <p:nvPr/>
        </p:nvSpPr>
        <p:spPr>
          <a:xfrm>
            <a:off x="603504" y="1051560"/>
            <a:ext cx="192024" cy="192024"/>
          </a:xfrm>
          <a:prstGeom prst="rect">
            <a:avLst/>
          </a:prstGeom>
          <a:solidFill>
            <a:srgbClr val="4A3D8F"/>
          </a:solidFill>
          <a:ln w="6350">
            <a:solidFill>
              <a:srgbClr val="AAAAAA"/>
            </a:solidFill>
            <a:prstDash val="solid"/>
          </a:ln>
        </p:spPr>
      </p:sp>
      <p:sp>
        <p:nvSpPr>
          <p:cNvPr id="8" name="Shape 6"/>
          <p:cNvSpPr/>
          <p:nvPr/>
        </p:nvSpPr>
        <p:spPr>
          <a:xfrm>
            <a:off x="795528" y="1051560"/>
            <a:ext cx="192024" cy="192024"/>
          </a:xfrm>
          <a:prstGeom prst="rect">
            <a:avLst/>
          </a:prstGeom>
          <a:solidFill>
            <a:srgbClr val="4A3D8F"/>
          </a:solidFill>
          <a:ln w="6350">
            <a:solidFill>
              <a:srgbClr val="AAAAAA"/>
            </a:solidFill>
            <a:prstDash val="solid"/>
          </a:ln>
        </p:spPr>
      </p:sp>
      <p:sp>
        <p:nvSpPr>
          <p:cNvPr id="9" name="Shape 7"/>
          <p:cNvSpPr/>
          <p:nvPr/>
        </p:nvSpPr>
        <p:spPr>
          <a:xfrm>
            <a:off x="987552" y="1051560"/>
            <a:ext cx="192024" cy="192024"/>
          </a:xfrm>
          <a:prstGeom prst="rect">
            <a:avLst/>
          </a:prstGeom>
          <a:solidFill>
            <a:srgbClr val="4A3D8F"/>
          </a:solidFill>
          <a:ln w="6350">
            <a:solidFill>
              <a:srgbClr val="AAAAAA"/>
            </a:solidFill>
            <a:prstDash val="solid"/>
          </a:ln>
        </p:spPr>
      </p:sp>
      <p:sp>
        <p:nvSpPr>
          <p:cNvPr id="10" name="Shape 8"/>
          <p:cNvSpPr/>
          <p:nvPr/>
        </p:nvSpPr>
        <p:spPr>
          <a:xfrm>
            <a:off x="1179576" y="1051560"/>
            <a:ext cx="192024" cy="192024"/>
          </a:xfrm>
          <a:prstGeom prst="rect">
            <a:avLst/>
          </a:prstGeom>
          <a:solidFill>
            <a:srgbClr val="4A3D8F"/>
          </a:solidFill>
          <a:ln w="6350">
            <a:solidFill>
              <a:srgbClr val="AAAAAA"/>
            </a:solidFill>
            <a:prstDash val="solid"/>
          </a:ln>
        </p:spPr>
      </p:sp>
      <p:sp>
        <p:nvSpPr>
          <p:cNvPr id="11" name="Shape 9"/>
          <p:cNvSpPr/>
          <p:nvPr/>
        </p:nvSpPr>
        <p:spPr>
          <a:xfrm>
            <a:off x="1371600" y="1051560"/>
            <a:ext cx="192024" cy="192024"/>
          </a:xfrm>
          <a:prstGeom prst="rect">
            <a:avLst/>
          </a:prstGeom>
          <a:solidFill>
            <a:srgbClr val="4A3D8F"/>
          </a:solidFill>
          <a:ln w="6350">
            <a:solidFill>
              <a:srgbClr val="AAAAAA"/>
            </a:solidFill>
            <a:prstDash val="solid"/>
          </a:ln>
        </p:spPr>
      </p:sp>
      <p:sp>
        <p:nvSpPr>
          <p:cNvPr id="12" name="Shape 10"/>
          <p:cNvSpPr/>
          <p:nvPr/>
        </p:nvSpPr>
        <p:spPr>
          <a:xfrm>
            <a:off x="1563624" y="1051560"/>
            <a:ext cx="192024" cy="192024"/>
          </a:xfrm>
          <a:prstGeom prst="rect">
            <a:avLst/>
          </a:prstGeom>
          <a:solidFill>
            <a:srgbClr val="4A3D8F"/>
          </a:solidFill>
          <a:ln w="6350">
            <a:solidFill>
              <a:srgbClr val="AAAAAA"/>
            </a:solidFill>
            <a:prstDash val="solid"/>
          </a:ln>
        </p:spPr>
      </p:sp>
      <p:sp>
        <p:nvSpPr>
          <p:cNvPr id="13" name="Shape 11"/>
          <p:cNvSpPr/>
          <p:nvPr/>
        </p:nvSpPr>
        <p:spPr>
          <a:xfrm>
            <a:off x="1755648" y="1051560"/>
            <a:ext cx="192024" cy="192024"/>
          </a:xfrm>
          <a:prstGeom prst="rect">
            <a:avLst/>
          </a:prstGeom>
          <a:solidFill>
            <a:srgbClr val="4A3D8F"/>
          </a:solidFill>
          <a:ln w="6350">
            <a:solidFill>
              <a:srgbClr val="AAAAAA"/>
            </a:solidFill>
            <a:prstDash val="solid"/>
          </a:ln>
        </p:spPr>
      </p:sp>
      <p:sp>
        <p:nvSpPr>
          <p:cNvPr id="14" name="Shape 12"/>
          <p:cNvSpPr/>
          <p:nvPr/>
        </p:nvSpPr>
        <p:spPr>
          <a:xfrm>
            <a:off x="1947672" y="1051560"/>
            <a:ext cx="192024" cy="192024"/>
          </a:xfrm>
          <a:prstGeom prst="rect">
            <a:avLst/>
          </a:prstGeom>
          <a:solidFill>
            <a:srgbClr val="4A3D8F"/>
          </a:solidFill>
          <a:ln w="6350">
            <a:solidFill>
              <a:srgbClr val="AAAAAA"/>
            </a:solidFill>
            <a:prstDash val="solid"/>
          </a:ln>
        </p:spPr>
      </p:sp>
      <p:sp>
        <p:nvSpPr>
          <p:cNvPr id="15" name="Shape 13"/>
          <p:cNvSpPr/>
          <p:nvPr/>
        </p:nvSpPr>
        <p:spPr>
          <a:xfrm>
            <a:off x="2139696" y="1051560"/>
            <a:ext cx="192024" cy="192024"/>
          </a:xfrm>
          <a:prstGeom prst="rect">
            <a:avLst/>
          </a:prstGeom>
          <a:solidFill>
            <a:srgbClr val="4A3D8F"/>
          </a:solidFill>
          <a:ln w="6350">
            <a:solidFill>
              <a:srgbClr val="AAAAAA"/>
            </a:solidFill>
            <a:prstDash val="solid"/>
          </a:ln>
        </p:spPr>
      </p:sp>
      <p:sp>
        <p:nvSpPr>
          <p:cNvPr id="16" name="Shape 14"/>
          <p:cNvSpPr/>
          <p:nvPr/>
        </p:nvSpPr>
        <p:spPr>
          <a:xfrm>
            <a:off x="411480" y="1243584"/>
            <a:ext cx="1920240" cy="0"/>
          </a:xfrm>
          <a:prstGeom prst="line">
            <a:avLst/>
          </a:prstGeom>
          <a:noFill/>
          <a:ln w="12700">
            <a:solidFill>
              <a:srgbClr val="CCCCCC"/>
            </a:solidFill>
            <a:prstDash val="solid"/>
          </a:ln>
        </p:spPr>
      </p:sp>
      <p:sp>
        <p:nvSpPr>
          <p:cNvPr id="17" name="Shape 15"/>
          <p:cNvSpPr/>
          <p:nvPr/>
        </p:nvSpPr>
        <p:spPr>
          <a:xfrm>
            <a:off x="411480" y="1243584"/>
            <a:ext cx="192024" cy="192024"/>
          </a:xfrm>
          <a:prstGeom prst="rect">
            <a:avLst/>
          </a:prstGeom>
          <a:solidFill>
            <a:srgbClr val="4A3D8F"/>
          </a:solidFill>
          <a:ln w="6350">
            <a:solidFill>
              <a:srgbClr val="AAAAAA"/>
            </a:solidFill>
            <a:prstDash val="solid"/>
          </a:ln>
        </p:spPr>
      </p:sp>
      <p:sp>
        <p:nvSpPr>
          <p:cNvPr id="18" name="Shape 16"/>
          <p:cNvSpPr/>
          <p:nvPr/>
        </p:nvSpPr>
        <p:spPr>
          <a:xfrm>
            <a:off x="603504" y="1243584"/>
            <a:ext cx="192024" cy="192024"/>
          </a:xfrm>
          <a:prstGeom prst="rect">
            <a:avLst/>
          </a:prstGeom>
          <a:solidFill>
            <a:srgbClr val="4A3D8F"/>
          </a:solidFill>
          <a:ln w="6350">
            <a:solidFill>
              <a:srgbClr val="AAAAAA"/>
            </a:solidFill>
            <a:prstDash val="solid"/>
          </a:ln>
        </p:spPr>
      </p:sp>
      <p:sp>
        <p:nvSpPr>
          <p:cNvPr id="19" name="Shape 17"/>
          <p:cNvSpPr/>
          <p:nvPr/>
        </p:nvSpPr>
        <p:spPr>
          <a:xfrm>
            <a:off x="795528" y="1243584"/>
            <a:ext cx="192024" cy="192024"/>
          </a:xfrm>
          <a:prstGeom prst="rect">
            <a:avLst/>
          </a:prstGeom>
          <a:solidFill>
            <a:srgbClr val="4A3D8F"/>
          </a:solidFill>
          <a:ln w="6350">
            <a:solidFill>
              <a:srgbClr val="AAAAAA"/>
            </a:solidFill>
            <a:prstDash val="solid"/>
          </a:ln>
        </p:spPr>
      </p:sp>
      <p:sp>
        <p:nvSpPr>
          <p:cNvPr id="20" name="Shape 18"/>
          <p:cNvSpPr/>
          <p:nvPr/>
        </p:nvSpPr>
        <p:spPr>
          <a:xfrm>
            <a:off x="987552" y="1243584"/>
            <a:ext cx="192024" cy="192024"/>
          </a:xfrm>
          <a:prstGeom prst="rect">
            <a:avLst/>
          </a:prstGeom>
          <a:solidFill>
            <a:srgbClr val="4A3D8F"/>
          </a:solidFill>
          <a:ln w="6350">
            <a:solidFill>
              <a:srgbClr val="AAAAAA"/>
            </a:solidFill>
            <a:prstDash val="solid"/>
          </a:ln>
        </p:spPr>
      </p:sp>
      <p:sp>
        <p:nvSpPr>
          <p:cNvPr id="21" name="Shape 19"/>
          <p:cNvSpPr/>
          <p:nvPr/>
        </p:nvSpPr>
        <p:spPr>
          <a:xfrm>
            <a:off x="1179576" y="1243584"/>
            <a:ext cx="192024" cy="192024"/>
          </a:xfrm>
          <a:prstGeom prst="rect">
            <a:avLst/>
          </a:prstGeom>
          <a:solidFill>
            <a:srgbClr val="4A3D8F"/>
          </a:solidFill>
          <a:ln w="6350">
            <a:solidFill>
              <a:srgbClr val="AAAAAA"/>
            </a:solidFill>
            <a:prstDash val="solid"/>
          </a:ln>
        </p:spPr>
      </p:sp>
      <p:sp>
        <p:nvSpPr>
          <p:cNvPr id="22" name="Shape 20"/>
          <p:cNvSpPr/>
          <p:nvPr/>
        </p:nvSpPr>
        <p:spPr>
          <a:xfrm>
            <a:off x="1371600" y="1243584"/>
            <a:ext cx="192024" cy="192024"/>
          </a:xfrm>
          <a:prstGeom prst="rect">
            <a:avLst/>
          </a:prstGeom>
          <a:solidFill>
            <a:srgbClr val="4A3D8F"/>
          </a:solidFill>
          <a:ln w="6350">
            <a:solidFill>
              <a:srgbClr val="AAAAAA"/>
            </a:solidFill>
            <a:prstDash val="solid"/>
          </a:ln>
        </p:spPr>
      </p:sp>
      <p:sp>
        <p:nvSpPr>
          <p:cNvPr id="23" name="Shape 21"/>
          <p:cNvSpPr/>
          <p:nvPr/>
        </p:nvSpPr>
        <p:spPr>
          <a:xfrm>
            <a:off x="1563624" y="1243584"/>
            <a:ext cx="192024" cy="192024"/>
          </a:xfrm>
          <a:prstGeom prst="rect">
            <a:avLst/>
          </a:prstGeom>
          <a:solidFill>
            <a:srgbClr val="4A3D8F"/>
          </a:solidFill>
          <a:ln w="6350">
            <a:solidFill>
              <a:srgbClr val="AAAAAA"/>
            </a:solidFill>
            <a:prstDash val="solid"/>
          </a:ln>
        </p:spPr>
      </p:sp>
      <p:sp>
        <p:nvSpPr>
          <p:cNvPr id="24" name="Shape 22"/>
          <p:cNvSpPr/>
          <p:nvPr/>
        </p:nvSpPr>
        <p:spPr>
          <a:xfrm>
            <a:off x="1755648" y="1243584"/>
            <a:ext cx="192024" cy="192024"/>
          </a:xfrm>
          <a:prstGeom prst="rect">
            <a:avLst/>
          </a:prstGeom>
          <a:solidFill>
            <a:srgbClr val="4A3D8F"/>
          </a:solidFill>
          <a:ln w="6350">
            <a:solidFill>
              <a:srgbClr val="AAAAAA"/>
            </a:solidFill>
            <a:prstDash val="solid"/>
          </a:ln>
        </p:spPr>
      </p:sp>
      <p:sp>
        <p:nvSpPr>
          <p:cNvPr id="25" name="Shape 23"/>
          <p:cNvSpPr/>
          <p:nvPr/>
        </p:nvSpPr>
        <p:spPr>
          <a:xfrm>
            <a:off x="1947672" y="1243584"/>
            <a:ext cx="192024" cy="192024"/>
          </a:xfrm>
          <a:prstGeom prst="rect">
            <a:avLst/>
          </a:prstGeom>
          <a:solidFill>
            <a:srgbClr val="4A3D8F"/>
          </a:solidFill>
          <a:ln w="6350">
            <a:solidFill>
              <a:srgbClr val="AAAAAA"/>
            </a:solidFill>
            <a:prstDash val="solid"/>
          </a:ln>
        </p:spPr>
      </p:sp>
      <p:sp>
        <p:nvSpPr>
          <p:cNvPr id="26" name="Shape 24"/>
          <p:cNvSpPr/>
          <p:nvPr/>
        </p:nvSpPr>
        <p:spPr>
          <a:xfrm>
            <a:off x="2139696" y="1243584"/>
            <a:ext cx="192024" cy="192024"/>
          </a:xfrm>
          <a:prstGeom prst="rect">
            <a:avLst/>
          </a:prstGeom>
          <a:solidFill>
            <a:srgbClr val="4A3D8F"/>
          </a:solidFill>
          <a:ln w="6350">
            <a:solidFill>
              <a:srgbClr val="AAAAAA"/>
            </a:solidFill>
            <a:prstDash val="solid"/>
          </a:ln>
        </p:spPr>
      </p:sp>
      <p:sp>
        <p:nvSpPr>
          <p:cNvPr id="27" name="Shape 25"/>
          <p:cNvSpPr/>
          <p:nvPr/>
        </p:nvSpPr>
        <p:spPr>
          <a:xfrm>
            <a:off x="411480" y="1435608"/>
            <a:ext cx="1920240" cy="0"/>
          </a:xfrm>
          <a:prstGeom prst="line">
            <a:avLst/>
          </a:prstGeom>
          <a:noFill/>
          <a:ln w="12700">
            <a:solidFill>
              <a:srgbClr val="CCCCCC"/>
            </a:solidFill>
            <a:prstDash val="solid"/>
          </a:ln>
        </p:spPr>
      </p:sp>
      <p:sp>
        <p:nvSpPr>
          <p:cNvPr id="28" name="Shape 26"/>
          <p:cNvSpPr/>
          <p:nvPr/>
        </p:nvSpPr>
        <p:spPr>
          <a:xfrm>
            <a:off x="411480" y="1435608"/>
            <a:ext cx="192024" cy="192024"/>
          </a:xfrm>
          <a:prstGeom prst="rect">
            <a:avLst/>
          </a:prstGeom>
          <a:solidFill>
            <a:srgbClr val="4A3D8F"/>
          </a:solidFill>
          <a:ln w="6350">
            <a:solidFill>
              <a:srgbClr val="AAAAAA"/>
            </a:solidFill>
            <a:prstDash val="solid"/>
          </a:ln>
        </p:spPr>
      </p:sp>
      <p:sp>
        <p:nvSpPr>
          <p:cNvPr id="29" name="Shape 27"/>
          <p:cNvSpPr/>
          <p:nvPr/>
        </p:nvSpPr>
        <p:spPr>
          <a:xfrm>
            <a:off x="603504" y="1435608"/>
            <a:ext cx="192024" cy="192024"/>
          </a:xfrm>
          <a:prstGeom prst="rect">
            <a:avLst/>
          </a:prstGeom>
          <a:solidFill>
            <a:srgbClr val="4A3D8F"/>
          </a:solidFill>
          <a:ln w="6350">
            <a:solidFill>
              <a:srgbClr val="AAAAAA"/>
            </a:solidFill>
            <a:prstDash val="solid"/>
          </a:ln>
        </p:spPr>
      </p:sp>
      <p:sp>
        <p:nvSpPr>
          <p:cNvPr id="30" name="Shape 28"/>
          <p:cNvSpPr/>
          <p:nvPr/>
        </p:nvSpPr>
        <p:spPr>
          <a:xfrm>
            <a:off x="795528" y="1435608"/>
            <a:ext cx="192024" cy="192024"/>
          </a:xfrm>
          <a:prstGeom prst="rect">
            <a:avLst/>
          </a:prstGeom>
          <a:solidFill>
            <a:srgbClr val="4A3D8F"/>
          </a:solidFill>
          <a:ln w="6350">
            <a:solidFill>
              <a:srgbClr val="AAAAAA"/>
            </a:solidFill>
            <a:prstDash val="solid"/>
          </a:ln>
        </p:spPr>
      </p:sp>
      <p:sp>
        <p:nvSpPr>
          <p:cNvPr id="31" name="Shape 29"/>
          <p:cNvSpPr/>
          <p:nvPr/>
        </p:nvSpPr>
        <p:spPr>
          <a:xfrm>
            <a:off x="987552" y="1435608"/>
            <a:ext cx="192024" cy="192024"/>
          </a:xfrm>
          <a:prstGeom prst="rect">
            <a:avLst/>
          </a:prstGeom>
          <a:solidFill>
            <a:srgbClr val="4A3D8F"/>
          </a:solidFill>
          <a:ln w="6350">
            <a:solidFill>
              <a:srgbClr val="AAAAAA"/>
            </a:solidFill>
            <a:prstDash val="solid"/>
          </a:ln>
        </p:spPr>
      </p:sp>
      <p:sp>
        <p:nvSpPr>
          <p:cNvPr id="32" name="Shape 30"/>
          <p:cNvSpPr/>
          <p:nvPr/>
        </p:nvSpPr>
        <p:spPr>
          <a:xfrm>
            <a:off x="1179576" y="1435608"/>
            <a:ext cx="192024" cy="192024"/>
          </a:xfrm>
          <a:prstGeom prst="rect">
            <a:avLst/>
          </a:prstGeom>
          <a:solidFill>
            <a:srgbClr val="4A3D8F"/>
          </a:solidFill>
          <a:ln w="6350">
            <a:solidFill>
              <a:srgbClr val="AAAAAA"/>
            </a:solidFill>
            <a:prstDash val="solid"/>
          </a:ln>
        </p:spPr>
      </p:sp>
      <p:sp>
        <p:nvSpPr>
          <p:cNvPr id="33" name="Shape 31"/>
          <p:cNvSpPr/>
          <p:nvPr/>
        </p:nvSpPr>
        <p:spPr>
          <a:xfrm>
            <a:off x="1371600" y="1435608"/>
            <a:ext cx="192024" cy="192024"/>
          </a:xfrm>
          <a:prstGeom prst="rect">
            <a:avLst/>
          </a:prstGeom>
          <a:solidFill>
            <a:srgbClr val="4A3D8F"/>
          </a:solidFill>
          <a:ln w="6350">
            <a:solidFill>
              <a:srgbClr val="AAAAAA"/>
            </a:solidFill>
            <a:prstDash val="solid"/>
          </a:ln>
        </p:spPr>
      </p:sp>
      <p:sp>
        <p:nvSpPr>
          <p:cNvPr id="34" name="Shape 32"/>
          <p:cNvSpPr/>
          <p:nvPr/>
        </p:nvSpPr>
        <p:spPr>
          <a:xfrm>
            <a:off x="1563624" y="1435608"/>
            <a:ext cx="192024" cy="192024"/>
          </a:xfrm>
          <a:prstGeom prst="rect">
            <a:avLst/>
          </a:prstGeom>
          <a:solidFill>
            <a:srgbClr val="4A3D8F"/>
          </a:solidFill>
          <a:ln w="6350">
            <a:solidFill>
              <a:srgbClr val="AAAAAA"/>
            </a:solidFill>
            <a:prstDash val="solid"/>
          </a:ln>
        </p:spPr>
      </p:sp>
      <p:sp>
        <p:nvSpPr>
          <p:cNvPr id="35" name="Shape 33"/>
          <p:cNvSpPr/>
          <p:nvPr/>
        </p:nvSpPr>
        <p:spPr>
          <a:xfrm>
            <a:off x="1755648" y="1435608"/>
            <a:ext cx="192024" cy="192024"/>
          </a:xfrm>
          <a:prstGeom prst="rect">
            <a:avLst/>
          </a:prstGeom>
          <a:solidFill>
            <a:srgbClr val="4A3D8F"/>
          </a:solidFill>
          <a:ln w="6350">
            <a:solidFill>
              <a:srgbClr val="AAAAAA"/>
            </a:solidFill>
            <a:prstDash val="solid"/>
          </a:ln>
        </p:spPr>
      </p:sp>
      <p:sp>
        <p:nvSpPr>
          <p:cNvPr id="36" name="Shape 34"/>
          <p:cNvSpPr/>
          <p:nvPr/>
        </p:nvSpPr>
        <p:spPr>
          <a:xfrm>
            <a:off x="1947672" y="1435608"/>
            <a:ext cx="192024" cy="192024"/>
          </a:xfrm>
          <a:prstGeom prst="rect">
            <a:avLst/>
          </a:prstGeom>
          <a:solidFill>
            <a:srgbClr val="4A3D8F"/>
          </a:solidFill>
          <a:ln w="6350">
            <a:solidFill>
              <a:srgbClr val="AAAAAA"/>
            </a:solidFill>
            <a:prstDash val="solid"/>
          </a:ln>
        </p:spPr>
      </p:sp>
      <p:sp>
        <p:nvSpPr>
          <p:cNvPr id="37" name="Shape 35"/>
          <p:cNvSpPr/>
          <p:nvPr/>
        </p:nvSpPr>
        <p:spPr>
          <a:xfrm>
            <a:off x="2139696" y="1435608"/>
            <a:ext cx="192024" cy="192024"/>
          </a:xfrm>
          <a:prstGeom prst="rect">
            <a:avLst/>
          </a:prstGeom>
          <a:solidFill>
            <a:srgbClr val="4A3D8F"/>
          </a:solidFill>
          <a:ln w="6350">
            <a:solidFill>
              <a:srgbClr val="AAAAAA"/>
            </a:solidFill>
            <a:prstDash val="solid"/>
          </a:ln>
        </p:spPr>
      </p:sp>
      <p:sp>
        <p:nvSpPr>
          <p:cNvPr id="38" name="Shape 36"/>
          <p:cNvSpPr/>
          <p:nvPr/>
        </p:nvSpPr>
        <p:spPr>
          <a:xfrm>
            <a:off x="411480" y="1627632"/>
            <a:ext cx="1920240" cy="0"/>
          </a:xfrm>
          <a:prstGeom prst="line">
            <a:avLst/>
          </a:prstGeom>
          <a:noFill/>
          <a:ln w="12700">
            <a:solidFill>
              <a:srgbClr val="CCCCCC"/>
            </a:solidFill>
            <a:prstDash val="solid"/>
          </a:ln>
        </p:spPr>
      </p:sp>
      <p:sp>
        <p:nvSpPr>
          <p:cNvPr id="39" name="Shape 37"/>
          <p:cNvSpPr/>
          <p:nvPr/>
        </p:nvSpPr>
        <p:spPr>
          <a:xfrm>
            <a:off x="411480" y="1627632"/>
            <a:ext cx="192024" cy="192024"/>
          </a:xfrm>
          <a:prstGeom prst="rect">
            <a:avLst/>
          </a:prstGeom>
          <a:solidFill>
            <a:srgbClr val="4A3D8F"/>
          </a:solidFill>
          <a:ln w="6350">
            <a:solidFill>
              <a:srgbClr val="AAAAAA"/>
            </a:solidFill>
            <a:prstDash val="solid"/>
          </a:ln>
        </p:spPr>
      </p:sp>
      <p:sp>
        <p:nvSpPr>
          <p:cNvPr id="40" name="Shape 38"/>
          <p:cNvSpPr/>
          <p:nvPr/>
        </p:nvSpPr>
        <p:spPr>
          <a:xfrm>
            <a:off x="603504" y="1627632"/>
            <a:ext cx="192024" cy="192024"/>
          </a:xfrm>
          <a:prstGeom prst="rect">
            <a:avLst/>
          </a:prstGeom>
          <a:solidFill>
            <a:srgbClr val="4A3D8F"/>
          </a:solidFill>
          <a:ln w="6350">
            <a:solidFill>
              <a:srgbClr val="AAAAAA"/>
            </a:solidFill>
            <a:prstDash val="solid"/>
          </a:ln>
        </p:spPr>
      </p:sp>
      <p:sp>
        <p:nvSpPr>
          <p:cNvPr id="41" name="Shape 39"/>
          <p:cNvSpPr/>
          <p:nvPr/>
        </p:nvSpPr>
        <p:spPr>
          <a:xfrm>
            <a:off x="795528" y="1627632"/>
            <a:ext cx="192024" cy="192024"/>
          </a:xfrm>
          <a:prstGeom prst="rect">
            <a:avLst/>
          </a:prstGeom>
          <a:solidFill>
            <a:srgbClr val="4A3D8F"/>
          </a:solidFill>
          <a:ln w="6350">
            <a:solidFill>
              <a:srgbClr val="AAAAAA"/>
            </a:solidFill>
            <a:prstDash val="solid"/>
          </a:ln>
        </p:spPr>
      </p:sp>
      <p:sp>
        <p:nvSpPr>
          <p:cNvPr id="42" name="Shape 40"/>
          <p:cNvSpPr/>
          <p:nvPr/>
        </p:nvSpPr>
        <p:spPr>
          <a:xfrm>
            <a:off x="987552" y="1627632"/>
            <a:ext cx="192024" cy="192024"/>
          </a:xfrm>
          <a:prstGeom prst="rect">
            <a:avLst/>
          </a:prstGeom>
          <a:solidFill>
            <a:srgbClr val="4A3D8F"/>
          </a:solidFill>
          <a:ln w="6350">
            <a:solidFill>
              <a:srgbClr val="AAAAAA"/>
            </a:solidFill>
            <a:prstDash val="solid"/>
          </a:ln>
        </p:spPr>
      </p:sp>
      <p:sp>
        <p:nvSpPr>
          <p:cNvPr id="43" name="Shape 41"/>
          <p:cNvSpPr/>
          <p:nvPr/>
        </p:nvSpPr>
        <p:spPr>
          <a:xfrm>
            <a:off x="1179576" y="1627632"/>
            <a:ext cx="192024" cy="192024"/>
          </a:xfrm>
          <a:prstGeom prst="rect">
            <a:avLst/>
          </a:prstGeom>
          <a:solidFill>
            <a:srgbClr val="4A3D8F"/>
          </a:solidFill>
          <a:ln w="6350">
            <a:solidFill>
              <a:srgbClr val="AAAAAA"/>
            </a:solidFill>
            <a:prstDash val="solid"/>
          </a:ln>
        </p:spPr>
      </p:sp>
      <p:sp>
        <p:nvSpPr>
          <p:cNvPr id="44" name="Shape 42"/>
          <p:cNvSpPr/>
          <p:nvPr/>
        </p:nvSpPr>
        <p:spPr>
          <a:xfrm>
            <a:off x="1371600" y="1627632"/>
            <a:ext cx="192024" cy="192024"/>
          </a:xfrm>
          <a:prstGeom prst="rect">
            <a:avLst/>
          </a:prstGeom>
          <a:solidFill>
            <a:srgbClr val="4A3D8F"/>
          </a:solidFill>
          <a:ln w="6350">
            <a:solidFill>
              <a:srgbClr val="AAAAAA"/>
            </a:solidFill>
            <a:prstDash val="solid"/>
          </a:ln>
        </p:spPr>
      </p:sp>
      <p:sp>
        <p:nvSpPr>
          <p:cNvPr id="45" name="Shape 43"/>
          <p:cNvSpPr/>
          <p:nvPr/>
        </p:nvSpPr>
        <p:spPr>
          <a:xfrm>
            <a:off x="1563624" y="1627632"/>
            <a:ext cx="192024" cy="192024"/>
          </a:xfrm>
          <a:prstGeom prst="rect">
            <a:avLst/>
          </a:prstGeom>
          <a:solidFill>
            <a:srgbClr val="4A3D8F"/>
          </a:solidFill>
          <a:ln w="6350">
            <a:solidFill>
              <a:srgbClr val="AAAAAA"/>
            </a:solidFill>
            <a:prstDash val="solid"/>
          </a:ln>
        </p:spPr>
      </p:sp>
      <p:sp>
        <p:nvSpPr>
          <p:cNvPr id="46" name="Shape 44"/>
          <p:cNvSpPr/>
          <p:nvPr/>
        </p:nvSpPr>
        <p:spPr>
          <a:xfrm>
            <a:off x="1755648" y="1627632"/>
            <a:ext cx="192024" cy="192024"/>
          </a:xfrm>
          <a:prstGeom prst="rect">
            <a:avLst/>
          </a:prstGeom>
          <a:solidFill>
            <a:srgbClr val="4A3D8F"/>
          </a:solidFill>
          <a:ln w="6350">
            <a:solidFill>
              <a:srgbClr val="AAAAAA"/>
            </a:solidFill>
            <a:prstDash val="solid"/>
          </a:ln>
        </p:spPr>
      </p:sp>
      <p:sp>
        <p:nvSpPr>
          <p:cNvPr id="47" name="Shape 45"/>
          <p:cNvSpPr/>
          <p:nvPr/>
        </p:nvSpPr>
        <p:spPr>
          <a:xfrm>
            <a:off x="1947672" y="1627632"/>
            <a:ext cx="192024" cy="192024"/>
          </a:xfrm>
          <a:prstGeom prst="rect">
            <a:avLst/>
          </a:prstGeom>
          <a:solidFill>
            <a:srgbClr val="4A3D8F"/>
          </a:solidFill>
          <a:ln w="6350">
            <a:solidFill>
              <a:srgbClr val="AAAAAA"/>
            </a:solidFill>
            <a:prstDash val="solid"/>
          </a:ln>
        </p:spPr>
      </p:sp>
      <p:sp>
        <p:nvSpPr>
          <p:cNvPr id="48" name="Shape 46"/>
          <p:cNvSpPr/>
          <p:nvPr/>
        </p:nvSpPr>
        <p:spPr>
          <a:xfrm>
            <a:off x="2139696" y="1627632"/>
            <a:ext cx="192024" cy="192024"/>
          </a:xfrm>
          <a:prstGeom prst="rect">
            <a:avLst/>
          </a:prstGeom>
          <a:solidFill>
            <a:srgbClr val="4A3D8F"/>
          </a:solidFill>
          <a:ln w="6350">
            <a:solidFill>
              <a:srgbClr val="AAAAAA"/>
            </a:solidFill>
            <a:prstDash val="solid"/>
          </a:ln>
        </p:spPr>
      </p:sp>
      <p:sp>
        <p:nvSpPr>
          <p:cNvPr id="49" name="Shape 47"/>
          <p:cNvSpPr/>
          <p:nvPr/>
        </p:nvSpPr>
        <p:spPr>
          <a:xfrm>
            <a:off x="411480" y="1819656"/>
            <a:ext cx="1920240" cy="0"/>
          </a:xfrm>
          <a:prstGeom prst="line">
            <a:avLst/>
          </a:prstGeom>
          <a:noFill/>
          <a:ln w="12700">
            <a:solidFill>
              <a:srgbClr val="CCCCCC"/>
            </a:solidFill>
            <a:prstDash val="solid"/>
          </a:ln>
        </p:spPr>
      </p:sp>
      <p:sp>
        <p:nvSpPr>
          <p:cNvPr id="50" name="Shape 48"/>
          <p:cNvSpPr/>
          <p:nvPr/>
        </p:nvSpPr>
        <p:spPr>
          <a:xfrm>
            <a:off x="411480" y="1819656"/>
            <a:ext cx="192024" cy="192024"/>
          </a:xfrm>
          <a:prstGeom prst="rect">
            <a:avLst/>
          </a:prstGeom>
          <a:solidFill>
            <a:srgbClr val="4A3D8F"/>
          </a:solidFill>
          <a:ln w="6350">
            <a:solidFill>
              <a:srgbClr val="AAAAAA"/>
            </a:solidFill>
            <a:prstDash val="solid"/>
          </a:ln>
        </p:spPr>
      </p:sp>
      <p:sp>
        <p:nvSpPr>
          <p:cNvPr id="51" name="Shape 49"/>
          <p:cNvSpPr/>
          <p:nvPr/>
        </p:nvSpPr>
        <p:spPr>
          <a:xfrm>
            <a:off x="603504" y="1819656"/>
            <a:ext cx="192024" cy="192024"/>
          </a:xfrm>
          <a:prstGeom prst="rect">
            <a:avLst/>
          </a:prstGeom>
          <a:solidFill>
            <a:srgbClr val="4A3D8F"/>
          </a:solidFill>
          <a:ln w="6350">
            <a:solidFill>
              <a:srgbClr val="AAAAAA"/>
            </a:solidFill>
            <a:prstDash val="solid"/>
          </a:ln>
        </p:spPr>
      </p:sp>
      <p:sp>
        <p:nvSpPr>
          <p:cNvPr id="52" name="Shape 50"/>
          <p:cNvSpPr/>
          <p:nvPr/>
        </p:nvSpPr>
        <p:spPr>
          <a:xfrm>
            <a:off x="795528" y="1819656"/>
            <a:ext cx="192024" cy="192024"/>
          </a:xfrm>
          <a:prstGeom prst="rect">
            <a:avLst/>
          </a:prstGeom>
          <a:solidFill>
            <a:srgbClr val="4A3D8F"/>
          </a:solidFill>
          <a:ln w="6350">
            <a:solidFill>
              <a:srgbClr val="AAAAAA"/>
            </a:solidFill>
            <a:prstDash val="solid"/>
          </a:ln>
        </p:spPr>
      </p:sp>
      <p:sp>
        <p:nvSpPr>
          <p:cNvPr id="53" name="Shape 51"/>
          <p:cNvSpPr/>
          <p:nvPr/>
        </p:nvSpPr>
        <p:spPr>
          <a:xfrm>
            <a:off x="987552" y="1819656"/>
            <a:ext cx="192024" cy="192024"/>
          </a:xfrm>
          <a:prstGeom prst="rect">
            <a:avLst/>
          </a:prstGeom>
          <a:solidFill>
            <a:srgbClr val="4A3D8F"/>
          </a:solidFill>
          <a:ln w="6350">
            <a:solidFill>
              <a:srgbClr val="AAAAAA"/>
            </a:solidFill>
            <a:prstDash val="solid"/>
          </a:ln>
        </p:spPr>
      </p:sp>
      <p:sp>
        <p:nvSpPr>
          <p:cNvPr id="54" name="Shape 52"/>
          <p:cNvSpPr/>
          <p:nvPr/>
        </p:nvSpPr>
        <p:spPr>
          <a:xfrm>
            <a:off x="1179576" y="1819656"/>
            <a:ext cx="192024" cy="192024"/>
          </a:xfrm>
          <a:prstGeom prst="rect">
            <a:avLst/>
          </a:prstGeom>
          <a:solidFill>
            <a:srgbClr val="4A3D8F"/>
          </a:solidFill>
          <a:ln w="6350">
            <a:solidFill>
              <a:srgbClr val="AAAAAA"/>
            </a:solidFill>
            <a:prstDash val="solid"/>
          </a:ln>
        </p:spPr>
      </p:sp>
      <p:sp>
        <p:nvSpPr>
          <p:cNvPr id="55" name="Shape 53"/>
          <p:cNvSpPr/>
          <p:nvPr/>
        </p:nvSpPr>
        <p:spPr>
          <a:xfrm>
            <a:off x="1371600" y="1819656"/>
            <a:ext cx="192024" cy="192024"/>
          </a:xfrm>
          <a:prstGeom prst="rect">
            <a:avLst/>
          </a:prstGeom>
          <a:solidFill>
            <a:srgbClr val="4A3D8F"/>
          </a:solidFill>
          <a:ln w="6350">
            <a:solidFill>
              <a:srgbClr val="AAAAAA"/>
            </a:solidFill>
            <a:prstDash val="solid"/>
          </a:ln>
        </p:spPr>
      </p:sp>
      <p:sp>
        <p:nvSpPr>
          <p:cNvPr id="56" name="Shape 54"/>
          <p:cNvSpPr/>
          <p:nvPr/>
        </p:nvSpPr>
        <p:spPr>
          <a:xfrm>
            <a:off x="1563624" y="1819656"/>
            <a:ext cx="192024" cy="192024"/>
          </a:xfrm>
          <a:prstGeom prst="rect">
            <a:avLst/>
          </a:prstGeom>
          <a:solidFill>
            <a:srgbClr val="4A3D8F"/>
          </a:solidFill>
          <a:ln w="6350">
            <a:solidFill>
              <a:srgbClr val="AAAAAA"/>
            </a:solidFill>
            <a:prstDash val="solid"/>
          </a:ln>
        </p:spPr>
      </p:sp>
      <p:sp>
        <p:nvSpPr>
          <p:cNvPr id="57" name="Shape 55"/>
          <p:cNvSpPr/>
          <p:nvPr/>
        </p:nvSpPr>
        <p:spPr>
          <a:xfrm>
            <a:off x="1755648" y="1819656"/>
            <a:ext cx="192024" cy="192024"/>
          </a:xfrm>
          <a:prstGeom prst="rect">
            <a:avLst/>
          </a:prstGeom>
          <a:solidFill>
            <a:srgbClr val="4A3D8F"/>
          </a:solidFill>
          <a:ln w="6350">
            <a:solidFill>
              <a:srgbClr val="AAAAAA"/>
            </a:solidFill>
            <a:prstDash val="solid"/>
          </a:ln>
        </p:spPr>
      </p:sp>
      <p:sp>
        <p:nvSpPr>
          <p:cNvPr id="58" name="Shape 56"/>
          <p:cNvSpPr/>
          <p:nvPr/>
        </p:nvSpPr>
        <p:spPr>
          <a:xfrm>
            <a:off x="1947672" y="1819656"/>
            <a:ext cx="192024" cy="192024"/>
          </a:xfrm>
          <a:prstGeom prst="rect">
            <a:avLst/>
          </a:prstGeom>
          <a:solidFill>
            <a:srgbClr val="4A3D8F"/>
          </a:solidFill>
          <a:ln w="6350">
            <a:solidFill>
              <a:srgbClr val="AAAAAA"/>
            </a:solidFill>
            <a:prstDash val="solid"/>
          </a:ln>
        </p:spPr>
      </p:sp>
      <p:sp>
        <p:nvSpPr>
          <p:cNvPr id="59" name="Shape 57"/>
          <p:cNvSpPr/>
          <p:nvPr/>
        </p:nvSpPr>
        <p:spPr>
          <a:xfrm>
            <a:off x="2139696" y="1819656"/>
            <a:ext cx="192024" cy="192024"/>
          </a:xfrm>
          <a:prstGeom prst="rect">
            <a:avLst/>
          </a:prstGeom>
          <a:solidFill>
            <a:srgbClr val="4A3D8F"/>
          </a:solidFill>
          <a:ln w="6350">
            <a:solidFill>
              <a:srgbClr val="AAAAAA"/>
            </a:solidFill>
            <a:prstDash val="solid"/>
          </a:ln>
        </p:spPr>
      </p:sp>
      <p:sp>
        <p:nvSpPr>
          <p:cNvPr id="60" name="Shape 58"/>
          <p:cNvSpPr/>
          <p:nvPr/>
        </p:nvSpPr>
        <p:spPr>
          <a:xfrm>
            <a:off x="411480" y="2011680"/>
            <a:ext cx="1920240" cy="0"/>
          </a:xfrm>
          <a:prstGeom prst="line">
            <a:avLst/>
          </a:prstGeom>
          <a:noFill/>
          <a:ln w="12700">
            <a:solidFill>
              <a:srgbClr val="CCCCCC"/>
            </a:solidFill>
            <a:prstDash val="solid"/>
          </a:ln>
        </p:spPr>
      </p:sp>
      <p:sp>
        <p:nvSpPr>
          <p:cNvPr id="61" name="Shape 59"/>
          <p:cNvSpPr/>
          <p:nvPr/>
        </p:nvSpPr>
        <p:spPr>
          <a:xfrm>
            <a:off x="411480" y="2011680"/>
            <a:ext cx="192024" cy="192024"/>
          </a:xfrm>
          <a:prstGeom prst="rect">
            <a:avLst/>
          </a:prstGeom>
          <a:solidFill>
            <a:srgbClr val="4A3D8F"/>
          </a:solidFill>
          <a:ln w="6350">
            <a:solidFill>
              <a:srgbClr val="AAAAAA"/>
            </a:solidFill>
            <a:prstDash val="solid"/>
          </a:ln>
        </p:spPr>
      </p:sp>
      <p:sp>
        <p:nvSpPr>
          <p:cNvPr id="62" name="Shape 60"/>
          <p:cNvSpPr/>
          <p:nvPr/>
        </p:nvSpPr>
        <p:spPr>
          <a:xfrm>
            <a:off x="603504" y="2011680"/>
            <a:ext cx="192024" cy="192024"/>
          </a:xfrm>
          <a:prstGeom prst="rect">
            <a:avLst/>
          </a:prstGeom>
          <a:solidFill>
            <a:srgbClr val="4A3D8F"/>
          </a:solidFill>
          <a:ln w="6350">
            <a:solidFill>
              <a:srgbClr val="AAAAAA"/>
            </a:solidFill>
            <a:prstDash val="solid"/>
          </a:ln>
        </p:spPr>
      </p:sp>
      <p:sp>
        <p:nvSpPr>
          <p:cNvPr id="63" name="Shape 61"/>
          <p:cNvSpPr/>
          <p:nvPr/>
        </p:nvSpPr>
        <p:spPr>
          <a:xfrm>
            <a:off x="795528" y="2011680"/>
            <a:ext cx="192024" cy="192024"/>
          </a:xfrm>
          <a:prstGeom prst="rect">
            <a:avLst/>
          </a:prstGeom>
          <a:solidFill>
            <a:srgbClr val="4A3D8F"/>
          </a:solidFill>
          <a:ln w="6350">
            <a:solidFill>
              <a:srgbClr val="AAAAAA"/>
            </a:solidFill>
            <a:prstDash val="solid"/>
          </a:ln>
        </p:spPr>
      </p:sp>
      <p:sp>
        <p:nvSpPr>
          <p:cNvPr id="64" name="Shape 62"/>
          <p:cNvSpPr/>
          <p:nvPr/>
        </p:nvSpPr>
        <p:spPr>
          <a:xfrm>
            <a:off x="987552" y="2011680"/>
            <a:ext cx="192024" cy="192024"/>
          </a:xfrm>
          <a:prstGeom prst="rect">
            <a:avLst/>
          </a:prstGeom>
          <a:solidFill>
            <a:srgbClr val="4A3D8F"/>
          </a:solidFill>
          <a:ln w="6350">
            <a:solidFill>
              <a:srgbClr val="AAAAAA"/>
            </a:solidFill>
            <a:prstDash val="solid"/>
          </a:ln>
        </p:spPr>
      </p:sp>
      <p:sp>
        <p:nvSpPr>
          <p:cNvPr id="65" name="Shape 63"/>
          <p:cNvSpPr/>
          <p:nvPr/>
        </p:nvSpPr>
        <p:spPr>
          <a:xfrm>
            <a:off x="1179576" y="2011680"/>
            <a:ext cx="192024" cy="192024"/>
          </a:xfrm>
          <a:prstGeom prst="rect">
            <a:avLst/>
          </a:prstGeom>
          <a:solidFill>
            <a:srgbClr val="4A3D8F"/>
          </a:solidFill>
          <a:ln w="6350">
            <a:solidFill>
              <a:srgbClr val="AAAAAA"/>
            </a:solidFill>
            <a:prstDash val="solid"/>
          </a:ln>
        </p:spPr>
      </p:sp>
      <p:sp>
        <p:nvSpPr>
          <p:cNvPr id="66" name="Shape 64"/>
          <p:cNvSpPr/>
          <p:nvPr/>
        </p:nvSpPr>
        <p:spPr>
          <a:xfrm>
            <a:off x="1371600" y="2011680"/>
            <a:ext cx="192024" cy="192024"/>
          </a:xfrm>
          <a:prstGeom prst="rect">
            <a:avLst/>
          </a:prstGeom>
          <a:solidFill>
            <a:srgbClr val="4A3D8F"/>
          </a:solidFill>
          <a:ln w="6350">
            <a:solidFill>
              <a:srgbClr val="AAAAAA"/>
            </a:solidFill>
            <a:prstDash val="solid"/>
          </a:ln>
        </p:spPr>
      </p:sp>
      <p:sp>
        <p:nvSpPr>
          <p:cNvPr id="67" name="Shape 65"/>
          <p:cNvSpPr/>
          <p:nvPr/>
        </p:nvSpPr>
        <p:spPr>
          <a:xfrm>
            <a:off x="1563624" y="2011680"/>
            <a:ext cx="192024" cy="192024"/>
          </a:xfrm>
          <a:prstGeom prst="rect">
            <a:avLst/>
          </a:prstGeom>
          <a:solidFill>
            <a:srgbClr val="4A3D8F"/>
          </a:solidFill>
          <a:ln w="6350">
            <a:solidFill>
              <a:srgbClr val="AAAAAA"/>
            </a:solidFill>
            <a:prstDash val="solid"/>
          </a:ln>
        </p:spPr>
      </p:sp>
      <p:sp>
        <p:nvSpPr>
          <p:cNvPr id="68" name="Shape 66"/>
          <p:cNvSpPr/>
          <p:nvPr/>
        </p:nvSpPr>
        <p:spPr>
          <a:xfrm>
            <a:off x="1755648" y="2011680"/>
            <a:ext cx="192024" cy="192024"/>
          </a:xfrm>
          <a:prstGeom prst="rect">
            <a:avLst/>
          </a:prstGeom>
          <a:solidFill>
            <a:srgbClr val="4A3D8F"/>
          </a:solidFill>
          <a:ln w="6350">
            <a:solidFill>
              <a:srgbClr val="AAAAAA"/>
            </a:solidFill>
            <a:prstDash val="solid"/>
          </a:ln>
        </p:spPr>
      </p:sp>
      <p:sp>
        <p:nvSpPr>
          <p:cNvPr id="69" name="Shape 67"/>
          <p:cNvSpPr/>
          <p:nvPr/>
        </p:nvSpPr>
        <p:spPr>
          <a:xfrm>
            <a:off x="1947672" y="2011680"/>
            <a:ext cx="192024" cy="192024"/>
          </a:xfrm>
          <a:prstGeom prst="rect">
            <a:avLst/>
          </a:prstGeom>
          <a:solidFill>
            <a:srgbClr val="4A3D8F"/>
          </a:solidFill>
          <a:ln w="6350">
            <a:solidFill>
              <a:srgbClr val="AAAAAA"/>
            </a:solidFill>
            <a:prstDash val="solid"/>
          </a:ln>
        </p:spPr>
      </p:sp>
      <p:sp>
        <p:nvSpPr>
          <p:cNvPr id="70" name="Shape 68"/>
          <p:cNvSpPr/>
          <p:nvPr/>
        </p:nvSpPr>
        <p:spPr>
          <a:xfrm>
            <a:off x="2139696" y="2011680"/>
            <a:ext cx="192024" cy="192024"/>
          </a:xfrm>
          <a:prstGeom prst="rect">
            <a:avLst/>
          </a:prstGeom>
          <a:solidFill>
            <a:srgbClr val="4A3D8F"/>
          </a:solidFill>
          <a:ln w="6350">
            <a:solidFill>
              <a:srgbClr val="AAAAAA"/>
            </a:solidFill>
            <a:prstDash val="solid"/>
          </a:ln>
        </p:spPr>
      </p:sp>
      <p:sp>
        <p:nvSpPr>
          <p:cNvPr id="71" name="Shape 69"/>
          <p:cNvSpPr/>
          <p:nvPr/>
        </p:nvSpPr>
        <p:spPr>
          <a:xfrm>
            <a:off x="411480" y="2203704"/>
            <a:ext cx="1920240" cy="0"/>
          </a:xfrm>
          <a:prstGeom prst="line">
            <a:avLst/>
          </a:prstGeom>
          <a:noFill/>
          <a:ln w="12700">
            <a:solidFill>
              <a:srgbClr val="CCCCCC"/>
            </a:solidFill>
            <a:prstDash val="solid"/>
          </a:ln>
        </p:spPr>
      </p:sp>
      <p:sp>
        <p:nvSpPr>
          <p:cNvPr id="72" name="Shape 70"/>
          <p:cNvSpPr/>
          <p:nvPr/>
        </p:nvSpPr>
        <p:spPr>
          <a:xfrm>
            <a:off x="411480" y="2203704"/>
            <a:ext cx="192024" cy="192024"/>
          </a:xfrm>
          <a:prstGeom prst="rect">
            <a:avLst/>
          </a:prstGeom>
          <a:solidFill>
            <a:srgbClr val="4A3D8F"/>
          </a:solidFill>
          <a:ln w="6350">
            <a:solidFill>
              <a:srgbClr val="AAAAAA"/>
            </a:solidFill>
            <a:prstDash val="solid"/>
          </a:ln>
        </p:spPr>
      </p:sp>
      <p:sp>
        <p:nvSpPr>
          <p:cNvPr id="73" name="Shape 71"/>
          <p:cNvSpPr/>
          <p:nvPr/>
        </p:nvSpPr>
        <p:spPr>
          <a:xfrm>
            <a:off x="603504" y="2203704"/>
            <a:ext cx="192024" cy="192024"/>
          </a:xfrm>
          <a:prstGeom prst="rect">
            <a:avLst/>
          </a:prstGeom>
          <a:solidFill>
            <a:srgbClr val="4A3D8F"/>
          </a:solidFill>
          <a:ln w="6350">
            <a:solidFill>
              <a:srgbClr val="AAAAAA"/>
            </a:solidFill>
            <a:prstDash val="solid"/>
          </a:ln>
        </p:spPr>
      </p:sp>
      <p:sp>
        <p:nvSpPr>
          <p:cNvPr id="74" name="Shape 72"/>
          <p:cNvSpPr/>
          <p:nvPr/>
        </p:nvSpPr>
        <p:spPr>
          <a:xfrm>
            <a:off x="795528" y="2203704"/>
            <a:ext cx="192024" cy="192024"/>
          </a:xfrm>
          <a:prstGeom prst="rect">
            <a:avLst/>
          </a:prstGeom>
          <a:solidFill>
            <a:srgbClr val="4A3D8F"/>
          </a:solidFill>
          <a:ln w="6350">
            <a:solidFill>
              <a:srgbClr val="AAAAAA"/>
            </a:solidFill>
            <a:prstDash val="solid"/>
          </a:ln>
        </p:spPr>
      </p:sp>
      <p:sp>
        <p:nvSpPr>
          <p:cNvPr id="75" name="Shape 73"/>
          <p:cNvSpPr/>
          <p:nvPr/>
        </p:nvSpPr>
        <p:spPr>
          <a:xfrm>
            <a:off x="987552" y="2203704"/>
            <a:ext cx="192024" cy="192024"/>
          </a:xfrm>
          <a:prstGeom prst="rect">
            <a:avLst/>
          </a:prstGeom>
          <a:solidFill>
            <a:srgbClr val="4A3D8F"/>
          </a:solidFill>
          <a:ln w="6350">
            <a:solidFill>
              <a:srgbClr val="AAAAAA"/>
            </a:solidFill>
            <a:prstDash val="solid"/>
          </a:ln>
        </p:spPr>
      </p:sp>
      <p:sp>
        <p:nvSpPr>
          <p:cNvPr id="76" name="Shape 74"/>
          <p:cNvSpPr/>
          <p:nvPr/>
        </p:nvSpPr>
        <p:spPr>
          <a:xfrm>
            <a:off x="1179576" y="2203704"/>
            <a:ext cx="192024" cy="192024"/>
          </a:xfrm>
          <a:prstGeom prst="rect">
            <a:avLst/>
          </a:prstGeom>
          <a:solidFill>
            <a:srgbClr val="4A3D8F"/>
          </a:solidFill>
          <a:ln w="6350">
            <a:solidFill>
              <a:srgbClr val="AAAAAA"/>
            </a:solidFill>
            <a:prstDash val="solid"/>
          </a:ln>
        </p:spPr>
      </p:sp>
      <p:sp>
        <p:nvSpPr>
          <p:cNvPr id="77" name="Shape 75"/>
          <p:cNvSpPr/>
          <p:nvPr/>
        </p:nvSpPr>
        <p:spPr>
          <a:xfrm>
            <a:off x="1371600" y="2203704"/>
            <a:ext cx="192024" cy="192024"/>
          </a:xfrm>
          <a:prstGeom prst="rect">
            <a:avLst/>
          </a:prstGeom>
          <a:solidFill>
            <a:srgbClr val="4A3D8F"/>
          </a:solidFill>
          <a:ln w="6350">
            <a:solidFill>
              <a:srgbClr val="AAAAAA"/>
            </a:solidFill>
            <a:prstDash val="solid"/>
          </a:ln>
        </p:spPr>
      </p:sp>
      <p:sp>
        <p:nvSpPr>
          <p:cNvPr id="78" name="Shape 76"/>
          <p:cNvSpPr/>
          <p:nvPr/>
        </p:nvSpPr>
        <p:spPr>
          <a:xfrm>
            <a:off x="1563624" y="2203704"/>
            <a:ext cx="192024" cy="192024"/>
          </a:xfrm>
          <a:prstGeom prst="rect">
            <a:avLst/>
          </a:prstGeom>
          <a:solidFill>
            <a:srgbClr val="4A3D8F"/>
          </a:solidFill>
          <a:ln w="6350">
            <a:solidFill>
              <a:srgbClr val="AAAAAA"/>
            </a:solidFill>
            <a:prstDash val="solid"/>
          </a:ln>
        </p:spPr>
      </p:sp>
      <p:sp>
        <p:nvSpPr>
          <p:cNvPr id="79" name="Shape 77"/>
          <p:cNvSpPr/>
          <p:nvPr/>
        </p:nvSpPr>
        <p:spPr>
          <a:xfrm>
            <a:off x="1755648" y="2203704"/>
            <a:ext cx="192024" cy="192024"/>
          </a:xfrm>
          <a:prstGeom prst="rect">
            <a:avLst/>
          </a:prstGeom>
          <a:solidFill>
            <a:srgbClr val="4A3D8F"/>
          </a:solidFill>
          <a:ln w="6350">
            <a:solidFill>
              <a:srgbClr val="AAAAAA"/>
            </a:solidFill>
            <a:prstDash val="solid"/>
          </a:ln>
        </p:spPr>
      </p:sp>
      <p:sp>
        <p:nvSpPr>
          <p:cNvPr id="80" name="Shape 78"/>
          <p:cNvSpPr/>
          <p:nvPr/>
        </p:nvSpPr>
        <p:spPr>
          <a:xfrm>
            <a:off x="1947672" y="2203704"/>
            <a:ext cx="192024" cy="192024"/>
          </a:xfrm>
          <a:prstGeom prst="rect">
            <a:avLst/>
          </a:prstGeom>
          <a:solidFill>
            <a:srgbClr val="FFFFFF"/>
          </a:solidFill>
          <a:ln w="6350">
            <a:solidFill>
              <a:srgbClr val="AAAAAA"/>
            </a:solidFill>
            <a:prstDash val="solid"/>
          </a:ln>
        </p:spPr>
      </p:sp>
      <p:sp>
        <p:nvSpPr>
          <p:cNvPr id="81" name="Shape 79"/>
          <p:cNvSpPr/>
          <p:nvPr/>
        </p:nvSpPr>
        <p:spPr>
          <a:xfrm>
            <a:off x="2139696" y="2203704"/>
            <a:ext cx="192024" cy="192024"/>
          </a:xfrm>
          <a:prstGeom prst="rect">
            <a:avLst/>
          </a:prstGeom>
          <a:solidFill>
            <a:srgbClr val="FFFFFF"/>
          </a:solidFill>
          <a:ln w="6350">
            <a:solidFill>
              <a:srgbClr val="AAAAAA"/>
            </a:solidFill>
            <a:prstDash val="solid"/>
          </a:ln>
        </p:spPr>
      </p:sp>
      <p:sp>
        <p:nvSpPr>
          <p:cNvPr id="82" name="Shape 80"/>
          <p:cNvSpPr/>
          <p:nvPr/>
        </p:nvSpPr>
        <p:spPr>
          <a:xfrm>
            <a:off x="411480" y="2395728"/>
            <a:ext cx="1920240" cy="0"/>
          </a:xfrm>
          <a:prstGeom prst="line">
            <a:avLst/>
          </a:prstGeom>
          <a:noFill/>
          <a:ln w="12700">
            <a:solidFill>
              <a:srgbClr val="CCCCCC"/>
            </a:solidFill>
            <a:prstDash val="solid"/>
          </a:ln>
        </p:spPr>
      </p:sp>
      <p:sp>
        <p:nvSpPr>
          <p:cNvPr id="83" name="Shape 81"/>
          <p:cNvSpPr/>
          <p:nvPr/>
        </p:nvSpPr>
        <p:spPr>
          <a:xfrm>
            <a:off x="411480" y="2395728"/>
            <a:ext cx="192024" cy="192024"/>
          </a:xfrm>
          <a:prstGeom prst="rect">
            <a:avLst/>
          </a:prstGeom>
          <a:solidFill>
            <a:srgbClr val="FFFFFF"/>
          </a:solidFill>
          <a:ln w="6350">
            <a:solidFill>
              <a:srgbClr val="AAAAAA"/>
            </a:solidFill>
            <a:prstDash val="solid"/>
          </a:ln>
        </p:spPr>
      </p:sp>
      <p:sp>
        <p:nvSpPr>
          <p:cNvPr id="84" name="Shape 82"/>
          <p:cNvSpPr/>
          <p:nvPr/>
        </p:nvSpPr>
        <p:spPr>
          <a:xfrm>
            <a:off x="603504" y="2395728"/>
            <a:ext cx="192024" cy="192024"/>
          </a:xfrm>
          <a:prstGeom prst="rect">
            <a:avLst/>
          </a:prstGeom>
          <a:solidFill>
            <a:srgbClr val="FFFFFF"/>
          </a:solidFill>
          <a:ln w="6350">
            <a:solidFill>
              <a:srgbClr val="AAAAAA"/>
            </a:solidFill>
            <a:prstDash val="solid"/>
          </a:ln>
        </p:spPr>
      </p:sp>
      <p:sp>
        <p:nvSpPr>
          <p:cNvPr id="85" name="Shape 83"/>
          <p:cNvSpPr/>
          <p:nvPr/>
        </p:nvSpPr>
        <p:spPr>
          <a:xfrm>
            <a:off x="795528" y="2395728"/>
            <a:ext cx="192024" cy="192024"/>
          </a:xfrm>
          <a:prstGeom prst="rect">
            <a:avLst/>
          </a:prstGeom>
          <a:solidFill>
            <a:srgbClr val="FFFFFF"/>
          </a:solidFill>
          <a:ln w="6350">
            <a:solidFill>
              <a:srgbClr val="AAAAAA"/>
            </a:solidFill>
            <a:prstDash val="solid"/>
          </a:ln>
        </p:spPr>
      </p:sp>
      <p:sp>
        <p:nvSpPr>
          <p:cNvPr id="86" name="Shape 84"/>
          <p:cNvSpPr/>
          <p:nvPr/>
        </p:nvSpPr>
        <p:spPr>
          <a:xfrm>
            <a:off x="987552" y="2395728"/>
            <a:ext cx="192024" cy="192024"/>
          </a:xfrm>
          <a:prstGeom prst="rect">
            <a:avLst/>
          </a:prstGeom>
          <a:solidFill>
            <a:srgbClr val="FFFFFF"/>
          </a:solidFill>
          <a:ln w="6350">
            <a:solidFill>
              <a:srgbClr val="AAAAAA"/>
            </a:solidFill>
            <a:prstDash val="solid"/>
          </a:ln>
        </p:spPr>
      </p:sp>
      <p:sp>
        <p:nvSpPr>
          <p:cNvPr id="87" name="Shape 85"/>
          <p:cNvSpPr/>
          <p:nvPr/>
        </p:nvSpPr>
        <p:spPr>
          <a:xfrm>
            <a:off x="1179576" y="2395728"/>
            <a:ext cx="192024" cy="192024"/>
          </a:xfrm>
          <a:prstGeom prst="rect">
            <a:avLst/>
          </a:prstGeom>
          <a:solidFill>
            <a:srgbClr val="FFFFFF"/>
          </a:solidFill>
          <a:ln w="6350">
            <a:solidFill>
              <a:srgbClr val="AAAAAA"/>
            </a:solidFill>
            <a:prstDash val="solid"/>
          </a:ln>
        </p:spPr>
      </p:sp>
      <p:sp>
        <p:nvSpPr>
          <p:cNvPr id="88" name="Shape 86"/>
          <p:cNvSpPr/>
          <p:nvPr/>
        </p:nvSpPr>
        <p:spPr>
          <a:xfrm>
            <a:off x="1371600" y="2395728"/>
            <a:ext cx="192024" cy="192024"/>
          </a:xfrm>
          <a:prstGeom prst="rect">
            <a:avLst/>
          </a:prstGeom>
          <a:solidFill>
            <a:srgbClr val="FFFFFF"/>
          </a:solidFill>
          <a:ln w="6350">
            <a:solidFill>
              <a:srgbClr val="AAAAAA"/>
            </a:solidFill>
            <a:prstDash val="solid"/>
          </a:ln>
        </p:spPr>
      </p:sp>
      <p:sp>
        <p:nvSpPr>
          <p:cNvPr id="89" name="Shape 87"/>
          <p:cNvSpPr/>
          <p:nvPr/>
        </p:nvSpPr>
        <p:spPr>
          <a:xfrm>
            <a:off x="1563624" y="2395728"/>
            <a:ext cx="192024" cy="192024"/>
          </a:xfrm>
          <a:prstGeom prst="rect">
            <a:avLst/>
          </a:prstGeom>
          <a:solidFill>
            <a:srgbClr val="FFFFFF"/>
          </a:solidFill>
          <a:ln w="6350">
            <a:solidFill>
              <a:srgbClr val="AAAAAA"/>
            </a:solidFill>
            <a:prstDash val="solid"/>
          </a:ln>
        </p:spPr>
      </p:sp>
      <p:sp>
        <p:nvSpPr>
          <p:cNvPr id="90" name="Shape 88"/>
          <p:cNvSpPr/>
          <p:nvPr/>
        </p:nvSpPr>
        <p:spPr>
          <a:xfrm>
            <a:off x="1755648" y="2395728"/>
            <a:ext cx="192024" cy="192024"/>
          </a:xfrm>
          <a:prstGeom prst="rect">
            <a:avLst/>
          </a:prstGeom>
          <a:solidFill>
            <a:srgbClr val="FFFFFF"/>
          </a:solidFill>
          <a:ln w="6350">
            <a:solidFill>
              <a:srgbClr val="AAAAAA"/>
            </a:solidFill>
            <a:prstDash val="solid"/>
          </a:ln>
        </p:spPr>
      </p:sp>
      <p:sp>
        <p:nvSpPr>
          <p:cNvPr id="91" name="Shape 89"/>
          <p:cNvSpPr/>
          <p:nvPr/>
        </p:nvSpPr>
        <p:spPr>
          <a:xfrm>
            <a:off x="1947672" y="2395728"/>
            <a:ext cx="192024" cy="192024"/>
          </a:xfrm>
          <a:prstGeom prst="rect">
            <a:avLst/>
          </a:prstGeom>
          <a:solidFill>
            <a:srgbClr val="FFFFFF"/>
          </a:solidFill>
          <a:ln w="6350">
            <a:solidFill>
              <a:srgbClr val="AAAAAA"/>
            </a:solidFill>
            <a:prstDash val="solid"/>
          </a:ln>
        </p:spPr>
      </p:sp>
      <p:sp>
        <p:nvSpPr>
          <p:cNvPr id="92" name="Shape 90"/>
          <p:cNvSpPr/>
          <p:nvPr/>
        </p:nvSpPr>
        <p:spPr>
          <a:xfrm>
            <a:off x="2139696" y="2395728"/>
            <a:ext cx="192024" cy="192024"/>
          </a:xfrm>
          <a:prstGeom prst="rect">
            <a:avLst/>
          </a:prstGeom>
          <a:solidFill>
            <a:srgbClr val="FFFFFF"/>
          </a:solidFill>
          <a:ln w="6350">
            <a:solidFill>
              <a:srgbClr val="AAAAAA"/>
            </a:solidFill>
            <a:prstDash val="solid"/>
          </a:ln>
        </p:spPr>
      </p:sp>
      <p:sp>
        <p:nvSpPr>
          <p:cNvPr id="93" name="Shape 91"/>
          <p:cNvSpPr/>
          <p:nvPr/>
        </p:nvSpPr>
        <p:spPr>
          <a:xfrm>
            <a:off x="411480" y="2587752"/>
            <a:ext cx="1920240" cy="0"/>
          </a:xfrm>
          <a:prstGeom prst="line">
            <a:avLst/>
          </a:prstGeom>
          <a:noFill/>
          <a:ln w="12700">
            <a:solidFill>
              <a:srgbClr val="CCCCCC"/>
            </a:solidFill>
            <a:prstDash val="solid"/>
          </a:ln>
        </p:spPr>
      </p:sp>
      <p:sp>
        <p:nvSpPr>
          <p:cNvPr id="94" name="Shape 92"/>
          <p:cNvSpPr/>
          <p:nvPr/>
        </p:nvSpPr>
        <p:spPr>
          <a:xfrm>
            <a:off x="411480" y="2587752"/>
            <a:ext cx="192024" cy="192024"/>
          </a:xfrm>
          <a:prstGeom prst="rect">
            <a:avLst/>
          </a:prstGeom>
          <a:solidFill>
            <a:srgbClr val="FFFFFF"/>
          </a:solidFill>
          <a:ln w="6350">
            <a:solidFill>
              <a:srgbClr val="AAAAAA"/>
            </a:solidFill>
            <a:prstDash val="solid"/>
          </a:ln>
        </p:spPr>
      </p:sp>
      <p:sp>
        <p:nvSpPr>
          <p:cNvPr id="95" name="Shape 93"/>
          <p:cNvSpPr/>
          <p:nvPr/>
        </p:nvSpPr>
        <p:spPr>
          <a:xfrm>
            <a:off x="603504" y="2587752"/>
            <a:ext cx="192024" cy="192024"/>
          </a:xfrm>
          <a:prstGeom prst="rect">
            <a:avLst/>
          </a:prstGeom>
          <a:solidFill>
            <a:srgbClr val="FFFFFF"/>
          </a:solidFill>
          <a:ln w="6350">
            <a:solidFill>
              <a:srgbClr val="AAAAAA"/>
            </a:solidFill>
            <a:prstDash val="solid"/>
          </a:ln>
        </p:spPr>
      </p:sp>
      <p:sp>
        <p:nvSpPr>
          <p:cNvPr id="96" name="Shape 94"/>
          <p:cNvSpPr/>
          <p:nvPr/>
        </p:nvSpPr>
        <p:spPr>
          <a:xfrm>
            <a:off x="795528" y="2587752"/>
            <a:ext cx="192024" cy="192024"/>
          </a:xfrm>
          <a:prstGeom prst="rect">
            <a:avLst/>
          </a:prstGeom>
          <a:solidFill>
            <a:srgbClr val="FFFFFF"/>
          </a:solidFill>
          <a:ln w="6350">
            <a:solidFill>
              <a:srgbClr val="AAAAAA"/>
            </a:solidFill>
            <a:prstDash val="solid"/>
          </a:ln>
        </p:spPr>
      </p:sp>
      <p:sp>
        <p:nvSpPr>
          <p:cNvPr id="97" name="Shape 95"/>
          <p:cNvSpPr/>
          <p:nvPr/>
        </p:nvSpPr>
        <p:spPr>
          <a:xfrm>
            <a:off x="987552" y="2587752"/>
            <a:ext cx="192024" cy="192024"/>
          </a:xfrm>
          <a:prstGeom prst="rect">
            <a:avLst/>
          </a:prstGeom>
          <a:solidFill>
            <a:srgbClr val="FFFFFF"/>
          </a:solidFill>
          <a:ln w="6350">
            <a:solidFill>
              <a:srgbClr val="AAAAAA"/>
            </a:solidFill>
            <a:prstDash val="solid"/>
          </a:ln>
        </p:spPr>
      </p:sp>
      <p:sp>
        <p:nvSpPr>
          <p:cNvPr id="98" name="Shape 96"/>
          <p:cNvSpPr/>
          <p:nvPr/>
        </p:nvSpPr>
        <p:spPr>
          <a:xfrm>
            <a:off x="1179576" y="2587752"/>
            <a:ext cx="192024" cy="192024"/>
          </a:xfrm>
          <a:prstGeom prst="rect">
            <a:avLst/>
          </a:prstGeom>
          <a:solidFill>
            <a:srgbClr val="FFFFFF"/>
          </a:solidFill>
          <a:ln w="6350">
            <a:solidFill>
              <a:srgbClr val="AAAAAA"/>
            </a:solidFill>
            <a:prstDash val="solid"/>
          </a:ln>
        </p:spPr>
      </p:sp>
      <p:sp>
        <p:nvSpPr>
          <p:cNvPr id="99" name="Shape 97"/>
          <p:cNvSpPr/>
          <p:nvPr/>
        </p:nvSpPr>
        <p:spPr>
          <a:xfrm>
            <a:off x="1371600" y="2587752"/>
            <a:ext cx="192024" cy="192024"/>
          </a:xfrm>
          <a:prstGeom prst="rect">
            <a:avLst/>
          </a:prstGeom>
          <a:solidFill>
            <a:srgbClr val="FFFFFF"/>
          </a:solidFill>
          <a:ln w="6350">
            <a:solidFill>
              <a:srgbClr val="AAAAAA"/>
            </a:solidFill>
            <a:prstDash val="solid"/>
          </a:ln>
        </p:spPr>
      </p:sp>
      <p:sp>
        <p:nvSpPr>
          <p:cNvPr id="100" name="Shape 98"/>
          <p:cNvSpPr/>
          <p:nvPr/>
        </p:nvSpPr>
        <p:spPr>
          <a:xfrm>
            <a:off x="1563624" y="2587752"/>
            <a:ext cx="192024" cy="192024"/>
          </a:xfrm>
          <a:prstGeom prst="rect">
            <a:avLst/>
          </a:prstGeom>
          <a:solidFill>
            <a:srgbClr val="FFFFFF"/>
          </a:solidFill>
          <a:ln w="6350">
            <a:solidFill>
              <a:srgbClr val="AAAAAA"/>
            </a:solidFill>
            <a:prstDash val="solid"/>
          </a:ln>
        </p:spPr>
      </p:sp>
      <p:sp>
        <p:nvSpPr>
          <p:cNvPr id="101" name="Shape 99"/>
          <p:cNvSpPr/>
          <p:nvPr/>
        </p:nvSpPr>
        <p:spPr>
          <a:xfrm>
            <a:off x="1755648" y="2587752"/>
            <a:ext cx="192024" cy="192024"/>
          </a:xfrm>
          <a:prstGeom prst="rect">
            <a:avLst/>
          </a:prstGeom>
          <a:solidFill>
            <a:srgbClr val="FFFFFF"/>
          </a:solidFill>
          <a:ln w="6350">
            <a:solidFill>
              <a:srgbClr val="AAAAAA"/>
            </a:solidFill>
            <a:prstDash val="solid"/>
          </a:ln>
        </p:spPr>
      </p:sp>
      <p:sp>
        <p:nvSpPr>
          <p:cNvPr id="102" name="Shape 100"/>
          <p:cNvSpPr/>
          <p:nvPr/>
        </p:nvSpPr>
        <p:spPr>
          <a:xfrm>
            <a:off x="1947672" y="2587752"/>
            <a:ext cx="192024" cy="192024"/>
          </a:xfrm>
          <a:prstGeom prst="rect">
            <a:avLst/>
          </a:prstGeom>
          <a:solidFill>
            <a:srgbClr val="FFFFFF"/>
          </a:solidFill>
          <a:ln w="6350">
            <a:solidFill>
              <a:srgbClr val="AAAAAA"/>
            </a:solidFill>
            <a:prstDash val="solid"/>
          </a:ln>
        </p:spPr>
      </p:sp>
      <p:sp>
        <p:nvSpPr>
          <p:cNvPr id="103" name="Shape 101"/>
          <p:cNvSpPr/>
          <p:nvPr/>
        </p:nvSpPr>
        <p:spPr>
          <a:xfrm>
            <a:off x="2139696" y="2587752"/>
            <a:ext cx="192024" cy="192024"/>
          </a:xfrm>
          <a:prstGeom prst="rect">
            <a:avLst/>
          </a:prstGeom>
          <a:solidFill>
            <a:srgbClr val="FFFFFF"/>
          </a:solidFill>
          <a:ln w="6350">
            <a:solidFill>
              <a:srgbClr val="AAAAAA"/>
            </a:solidFill>
            <a:prstDash val="solid"/>
          </a:ln>
        </p:spPr>
      </p:sp>
      <p:sp>
        <p:nvSpPr>
          <p:cNvPr id="104" name="Shape 102"/>
          <p:cNvSpPr/>
          <p:nvPr/>
        </p:nvSpPr>
        <p:spPr>
          <a:xfrm>
            <a:off x="411480" y="2779776"/>
            <a:ext cx="1920240" cy="0"/>
          </a:xfrm>
          <a:prstGeom prst="line">
            <a:avLst/>
          </a:prstGeom>
          <a:noFill/>
          <a:ln w="12700">
            <a:solidFill>
              <a:srgbClr val="CCCCCC"/>
            </a:solidFill>
            <a:prstDash val="solid"/>
          </a:ln>
        </p:spPr>
      </p:sp>
      <p:sp>
        <p:nvSpPr>
          <p:cNvPr id="105" name="Shape 103"/>
          <p:cNvSpPr/>
          <p:nvPr/>
        </p:nvSpPr>
        <p:spPr>
          <a:xfrm>
            <a:off x="411480" y="2779776"/>
            <a:ext cx="192024" cy="192024"/>
          </a:xfrm>
          <a:prstGeom prst="rect">
            <a:avLst/>
          </a:prstGeom>
          <a:solidFill>
            <a:srgbClr val="FFFFFF"/>
          </a:solidFill>
          <a:ln w="6350">
            <a:solidFill>
              <a:srgbClr val="AAAAAA"/>
            </a:solidFill>
            <a:prstDash val="solid"/>
          </a:ln>
        </p:spPr>
      </p:sp>
      <p:sp>
        <p:nvSpPr>
          <p:cNvPr id="106" name="Shape 104"/>
          <p:cNvSpPr/>
          <p:nvPr/>
        </p:nvSpPr>
        <p:spPr>
          <a:xfrm>
            <a:off x="603504" y="2779776"/>
            <a:ext cx="192024" cy="192024"/>
          </a:xfrm>
          <a:prstGeom prst="rect">
            <a:avLst/>
          </a:prstGeom>
          <a:solidFill>
            <a:srgbClr val="FFFFFF"/>
          </a:solidFill>
          <a:ln w="6350">
            <a:solidFill>
              <a:srgbClr val="AAAAAA"/>
            </a:solidFill>
            <a:prstDash val="solid"/>
          </a:ln>
        </p:spPr>
      </p:sp>
      <p:sp>
        <p:nvSpPr>
          <p:cNvPr id="107" name="Shape 105"/>
          <p:cNvSpPr/>
          <p:nvPr/>
        </p:nvSpPr>
        <p:spPr>
          <a:xfrm>
            <a:off x="795528" y="2779776"/>
            <a:ext cx="192024" cy="192024"/>
          </a:xfrm>
          <a:prstGeom prst="rect">
            <a:avLst/>
          </a:prstGeom>
          <a:solidFill>
            <a:srgbClr val="FFFFFF"/>
          </a:solidFill>
          <a:ln w="6350">
            <a:solidFill>
              <a:srgbClr val="AAAAAA"/>
            </a:solidFill>
            <a:prstDash val="solid"/>
          </a:ln>
        </p:spPr>
      </p:sp>
      <p:sp>
        <p:nvSpPr>
          <p:cNvPr id="108" name="Shape 106"/>
          <p:cNvSpPr/>
          <p:nvPr/>
        </p:nvSpPr>
        <p:spPr>
          <a:xfrm>
            <a:off x="987552" y="2779776"/>
            <a:ext cx="192024" cy="192024"/>
          </a:xfrm>
          <a:prstGeom prst="rect">
            <a:avLst/>
          </a:prstGeom>
          <a:solidFill>
            <a:srgbClr val="FFFFFF"/>
          </a:solidFill>
          <a:ln w="6350">
            <a:solidFill>
              <a:srgbClr val="AAAAAA"/>
            </a:solidFill>
            <a:prstDash val="solid"/>
          </a:ln>
        </p:spPr>
      </p:sp>
      <p:sp>
        <p:nvSpPr>
          <p:cNvPr id="109" name="Shape 107"/>
          <p:cNvSpPr/>
          <p:nvPr/>
        </p:nvSpPr>
        <p:spPr>
          <a:xfrm>
            <a:off x="1179576" y="2779776"/>
            <a:ext cx="192024" cy="192024"/>
          </a:xfrm>
          <a:prstGeom prst="rect">
            <a:avLst/>
          </a:prstGeom>
          <a:solidFill>
            <a:srgbClr val="FFFFFF"/>
          </a:solidFill>
          <a:ln w="6350">
            <a:solidFill>
              <a:srgbClr val="AAAAAA"/>
            </a:solidFill>
            <a:prstDash val="solid"/>
          </a:ln>
        </p:spPr>
      </p:sp>
      <p:sp>
        <p:nvSpPr>
          <p:cNvPr id="110" name="Shape 108"/>
          <p:cNvSpPr/>
          <p:nvPr/>
        </p:nvSpPr>
        <p:spPr>
          <a:xfrm>
            <a:off x="1371600" y="2779776"/>
            <a:ext cx="192024" cy="192024"/>
          </a:xfrm>
          <a:prstGeom prst="rect">
            <a:avLst/>
          </a:prstGeom>
          <a:solidFill>
            <a:srgbClr val="FFFFFF"/>
          </a:solidFill>
          <a:ln w="6350">
            <a:solidFill>
              <a:srgbClr val="AAAAAA"/>
            </a:solidFill>
            <a:prstDash val="solid"/>
          </a:ln>
        </p:spPr>
      </p:sp>
      <p:sp>
        <p:nvSpPr>
          <p:cNvPr id="111" name="Shape 109"/>
          <p:cNvSpPr/>
          <p:nvPr/>
        </p:nvSpPr>
        <p:spPr>
          <a:xfrm>
            <a:off x="1563624" y="2779776"/>
            <a:ext cx="192024" cy="192024"/>
          </a:xfrm>
          <a:prstGeom prst="rect">
            <a:avLst/>
          </a:prstGeom>
          <a:solidFill>
            <a:srgbClr val="FFFFFF"/>
          </a:solidFill>
          <a:ln w="6350">
            <a:solidFill>
              <a:srgbClr val="AAAAAA"/>
            </a:solidFill>
            <a:prstDash val="solid"/>
          </a:ln>
        </p:spPr>
      </p:sp>
      <p:sp>
        <p:nvSpPr>
          <p:cNvPr id="112" name="Shape 110"/>
          <p:cNvSpPr/>
          <p:nvPr/>
        </p:nvSpPr>
        <p:spPr>
          <a:xfrm>
            <a:off x="1755648" y="2779776"/>
            <a:ext cx="192024" cy="192024"/>
          </a:xfrm>
          <a:prstGeom prst="rect">
            <a:avLst/>
          </a:prstGeom>
          <a:solidFill>
            <a:srgbClr val="FFFFFF"/>
          </a:solidFill>
          <a:ln w="6350">
            <a:solidFill>
              <a:srgbClr val="AAAAAA"/>
            </a:solidFill>
            <a:prstDash val="solid"/>
          </a:ln>
        </p:spPr>
      </p:sp>
      <p:sp>
        <p:nvSpPr>
          <p:cNvPr id="113" name="Shape 111"/>
          <p:cNvSpPr/>
          <p:nvPr/>
        </p:nvSpPr>
        <p:spPr>
          <a:xfrm>
            <a:off x="1947672" y="2779776"/>
            <a:ext cx="192024" cy="192024"/>
          </a:xfrm>
          <a:prstGeom prst="rect">
            <a:avLst/>
          </a:prstGeom>
          <a:solidFill>
            <a:srgbClr val="FFFFFF"/>
          </a:solidFill>
          <a:ln w="6350">
            <a:solidFill>
              <a:srgbClr val="AAAAAA"/>
            </a:solidFill>
            <a:prstDash val="solid"/>
          </a:ln>
        </p:spPr>
      </p:sp>
      <p:sp>
        <p:nvSpPr>
          <p:cNvPr id="114" name="Shape 112"/>
          <p:cNvSpPr/>
          <p:nvPr/>
        </p:nvSpPr>
        <p:spPr>
          <a:xfrm>
            <a:off x="2139696" y="2779776"/>
            <a:ext cx="192024" cy="192024"/>
          </a:xfrm>
          <a:prstGeom prst="rect">
            <a:avLst/>
          </a:prstGeom>
          <a:solidFill>
            <a:srgbClr val="FFFFFF"/>
          </a:solidFill>
          <a:ln w="6350">
            <a:solidFill>
              <a:srgbClr val="AAAAAA"/>
            </a:solidFill>
            <a:prstDash val="solid"/>
          </a:ln>
        </p:spPr>
      </p:sp>
      <p:sp>
        <p:nvSpPr>
          <p:cNvPr id="115" name="Shape 113"/>
          <p:cNvSpPr/>
          <p:nvPr/>
        </p:nvSpPr>
        <p:spPr>
          <a:xfrm>
            <a:off x="411480" y="2971800"/>
            <a:ext cx="1920240" cy="0"/>
          </a:xfrm>
          <a:prstGeom prst="line">
            <a:avLst/>
          </a:prstGeom>
          <a:noFill/>
          <a:ln w="12700">
            <a:solidFill>
              <a:srgbClr val="CCCCCC"/>
            </a:solidFill>
            <a:prstDash val="solid"/>
          </a:ln>
        </p:spPr>
      </p:sp>
      <p:sp>
        <p:nvSpPr>
          <p:cNvPr id="116" name="Shape 114"/>
          <p:cNvSpPr/>
          <p:nvPr/>
        </p:nvSpPr>
        <p:spPr>
          <a:xfrm>
            <a:off x="411480" y="1051560"/>
            <a:ext cx="1920240" cy="1920240"/>
          </a:xfrm>
          <a:prstGeom prst="rect">
            <a:avLst/>
          </a:prstGeom>
          <a:solidFill>
            <a:srgbClr val="FFFFFF">
              <a:alpha val="0"/>
            </a:srgbClr>
          </a:solidFill>
          <a:ln w="28575">
            <a:solidFill>
              <a:srgbClr val="1B2A4A"/>
            </a:solidFill>
            <a:prstDash val="solid"/>
          </a:ln>
        </p:spPr>
      </p:sp>
      <p:sp>
        <p:nvSpPr>
          <p:cNvPr id="117" name="Text 115"/>
          <p:cNvSpPr/>
          <p:nvPr/>
        </p:nvSpPr>
        <p:spPr>
          <a:xfrm>
            <a:off x="411480" y="3044952"/>
            <a:ext cx="1920240" cy="292608"/>
          </a:xfrm>
          <a:prstGeom prst="rect">
            <a:avLst/>
          </a:prstGeom>
          <a:noFill/>
          <a:ln/>
        </p:spPr>
        <p:txBody>
          <a:bodyPr wrap="square" lIns="0" tIns="0" rIns="0" bIns="0" rtlCol="0" anchor="ctr"/>
          <a:lstStyle/>
          <a:p>
            <a:pPr algn="ctr" indent="0" marL="0">
              <a:buNone/>
            </a:pPr>
            <a:r>
              <a:rPr lang="en-US" sz="1100" i="1" dirty="0">
                <a:solidFill>
                  <a:srgbClr val="5A5A7A"/>
                </a:solidFill>
              </a:rPr>
              <a:t>0.68</a:t>
            </a:r>
            <a:endParaRPr lang="en-US" sz="1100" dirty="0"/>
          </a:p>
        </p:txBody>
      </p:sp>
      <p:sp>
        <p:nvSpPr>
          <p:cNvPr id="118" name="Text 116"/>
          <p:cNvSpPr/>
          <p:nvPr/>
        </p:nvSpPr>
        <p:spPr>
          <a:xfrm>
            <a:off x="2395728" y="1737360"/>
            <a:ext cx="457200" cy="548640"/>
          </a:xfrm>
          <a:prstGeom prst="rect">
            <a:avLst/>
          </a:prstGeom>
          <a:noFill/>
          <a:ln/>
        </p:spPr>
        <p:txBody>
          <a:bodyPr wrap="square" lIns="0" tIns="0" rIns="0" bIns="0" rtlCol="0" anchor="ctr"/>
          <a:lstStyle/>
          <a:p>
            <a:pPr algn="ctr" indent="0" marL="0">
              <a:buNone/>
            </a:pPr>
            <a:r>
              <a:rPr lang="en-US" sz="2800" b="1" dirty="0">
                <a:solidFill>
                  <a:srgbClr val="1B2A4A"/>
                </a:solidFill>
              </a:rPr>
              <a:t>+</a:t>
            </a:r>
            <a:endParaRPr lang="en-US" sz="2800" dirty="0"/>
          </a:p>
        </p:txBody>
      </p:sp>
      <p:sp>
        <p:nvSpPr>
          <p:cNvPr id="119" name="Shape 117"/>
          <p:cNvSpPr/>
          <p:nvPr/>
        </p:nvSpPr>
        <p:spPr>
          <a:xfrm>
            <a:off x="2880360" y="1051560"/>
            <a:ext cx="192024" cy="192024"/>
          </a:xfrm>
          <a:prstGeom prst="rect">
            <a:avLst/>
          </a:prstGeom>
          <a:solidFill>
            <a:srgbClr val="2E6E44"/>
          </a:solidFill>
          <a:ln w="6350">
            <a:solidFill>
              <a:srgbClr val="AAAAAA"/>
            </a:solidFill>
            <a:prstDash val="solid"/>
          </a:ln>
        </p:spPr>
      </p:sp>
      <p:sp>
        <p:nvSpPr>
          <p:cNvPr id="120" name="Shape 118"/>
          <p:cNvSpPr/>
          <p:nvPr/>
        </p:nvSpPr>
        <p:spPr>
          <a:xfrm>
            <a:off x="3072384" y="1051560"/>
            <a:ext cx="192024" cy="192024"/>
          </a:xfrm>
          <a:prstGeom prst="rect">
            <a:avLst/>
          </a:prstGeom>
          <a:solidFill>
            <a:srgbClr val="2E6E44"/>
          </a:solidFill>
          <a:ln w="6350">
            <a:solidFill>
              <a:srgbClr val="AAAAAA"/>
            </a:solidFill>
            <a:prstDash val="solid"/>
          </a:ln>
        </p:spPr>
      </p:sp>
      <p:sp>
        <p:nvSpPr>
          <p:cNvPr id="121" name="Shape 119"/>
          <p:cNvSpPr/>
          <p:nvPr/>
        </p:nvSpPr>
        <p:spPr>
          <a:xfrm>
            <a:off x="3264408" y="1051560"/>
            <a:ext cx="192024" cy="192024"/>
          </a:xfrm>
          <a:prstGeom prst="rect">
            <a:avLst/>
          </a:prstGeom>
          <a:solidFill>
            <a:srgbClr val="2E6E44"/>
          </a:solidFill>
          <a:ln w="6350">
            <a:solidFill>
              <a:srgbClr val="AAAAAA"/>
            </a:solidFill>
            <a:prstDash val="solid"/>
          </a:ln>
        </p:spPr>
      </p:sp>
      <p:sp>
        <p:nvSpPr>
          <p:cNvPr id="122" name="Shape 120"/>
          <p:cNvSpPr/>
          <p:nvPr/>
        </p:nvSpPr>
        <p:spPr>
          <a:xfrm>
            <a:off x="3456432" y="1051560"/>
            <a:ext cx="192024" cy="192024"/>
          </a:xfrm>
          <a:prstGeom prst="rect">
            <a:avLst/>
          </a:prstGeom>
          <a:solidFill>
            <a:srgbClr val="2E6E44"/>
          </a:solidFill>
          <a:ln w="6350">
            <a:solidFill>
              <a:srgbClr val="AAAAAA"/>
            </a:solidFill>
            <a:prstDash val="solid"/>
          </a:ln>
        </p:spPr>
      </p:sp>
      <p:sp>
        <p:nvSpPr>
          <p:cNvPr id="123" name="Shape 121"/>
          <p:cNvSpPr/>
          <p:nvPr/>
        </p:nvSpPr>
        <p:spPr>
          <a:xfrm>
            <a:off x="3648456" y="1051560"/>
            <a:ext cx="192024" cy="192024"/>
          </a:xfrm>
          <a:prstGeom prst="rect">
            <a:avLst/>
          </a:prstGeom>
          <a:solidFill>
            <a:srgbClr val="2E6E44"/>
          </a:solidFill>
          <a:ln w="6350">
            <a:solidFill>
              <a:srgbClr val="AAAAAA"/>
            </a:solidFill>
            <a:prstDash val="solid"/>
          </a:ln>
        </p:spPr>
      </p:sp>
      <p:sp>
        <p:nvSpPr>
          <p:cNvPr id="124" name="Shape 122"/>
          <p:cNvSpPr/>
          <p:nvPr/>
        </p:nvSpPr>
        <p:spPr>
          <a:xfrm>
            <a:off x="3840480" y="1051560"/>
            <a:ext cx="192024" cy="192024"/>
          </a:xfrm>
          <a:prstGeom prst="rect">
            <a:avLst/>
          </a:prstGeom>
          <a:solidFill>
            <a:srgbClr val="2E6E44"/>
          </a:solidFill>
          <a:ln w="6350">
            <a:solidFill>
              <a:srgbClr val="AAAAAA"/>
            </a:solidFill>
            <a:prstDash val="solid"/>
          </a:ln>
        </p:spPr>
      </p:sp>
      <p:sp>
        <p:nvSpPr>
          <p:cNvPr id="125" name="Shape 123"/>
          <p:cNvSpPr/>
          <p:nvPr/>
        </p:nvSpPr>
        <p:spPr>
          <a:xfrm>
            <a:off x="4032504" y="1051560"/>
            <a:ext cx="192024" cy="192024"/>
          </a:xfrm>
          <a:prstGeom prst="rect">
            <a:avLst/>
          </a:prstGeom>
          <a:solidFill>
            <a:srgbClr val="2E6E44"/>
          </a:solidFill>
          <a:ln w="6350">
            <a:solidFill>
              <a:srgbClr val="AAAAAA"/>
            </a:solidFill>
            <a:prstDash val="solid"/>
          </a:ln>
        </p:spPr>
      </p:sp>
      <p:sp>
        <p:nvSpPr>
          <p:cNvPr id="126" name="Shape 124"/>
          <p:cNvSpPr/>
          <p:nvPr/>
        </p:nvSpPr>
        <p:spPr>
          <a:xfrm>
            <a:off x="4224528" y="1051560"/>
            <a:ext cx="192024" cy="192024"/>
          </a:xfrm>
          <a:prstGeom prst="rect">
            <a:avLst/>
          </a:prstGeom>
          <a:solidFill>
            <a:srgbClr val="2E6E44"/>
          </a:solidFill>
          <a:ln w="6350">
            <a:solidFill>
              <a:srgbClr val="AAAAAA"/>
            </a:solidFill>
            <a:prstDash val="solid"/>
          </a:ln>
        </p:spPr>
      </p:sp>
      <p:sp>
        <p:nvSpPr>
          <p:cNvPr id="127" name="Shape 125"/>
          <p:cNvSpPr/>
          <p:nvPr/>
        </p:nvSpPr>
        <p:spPr>
          <a:xfrm>
            <a:off x="4416552" y="1051560"/>
            <a:ext cx="192024" cy="192024"/>
          </a:xfrm>
          <a:prstGeom prst="rect">
            <a:avLst/>
          </a:prstGeom>
          <a:solidFill>
            <a:srgbClr val="2E6E44"/>
          </a:solidFill>
          <a:ln w="6350">
            <a:solidFill>
              <a:srgbClr val="AAAAAA"/>
            </a:solidFill>
            <a:prstDash val="solid"/>
          </a:ln>
        </p:spPr>
      </p:sp>
      <p:sp>
        <p:nvSpPr>
          <p:cNvPr id="128" name="Shape 126"/>
          <p:cNvSpPr/>
          <p:nvPr/>
        </p:nvSpPr>
        <p:spPr>
          <a:xfrm>
            <a:off x="4608576" y="1051560"/>
            <a:ext cx="192024" cy="192024"/>
          </a:xfrm>
          <a:prstGeom prst="rect">
            <a:avLst/>
          </a:prstGeom>
          <a:solidFill>
            <a:srgbClr val="2E6E44"/>
          </a:solidFill>
          <a:ln w="6350">
            <a:solidFill>
              <a:srgbClr val="AAAAAA"/>
            </a:solidFill>
            <a:prstDash val="solid"/>
          </a:ln>
        </p:spPr>
      </p:sp>
      <p:sp>
        <p:nvSpPr>
          <p:cNvPr id="129" name="Shape 127"/>
          <p:cNvSpPr/>
          <p:nvPr/>
        </p:nvSpPr>
        <p:spPr>
          <a:xfrm>
            <a:off x="2880360" y="1243584"/>
            <a:ext cx="1920240" cy="0"/>
          </a:xfrm>
          <a:prstGeom prst="line">
            <a:avLst/>
          </a:prstGeom>
          <a:noFill/>
          <a:ln w="12700">
            <a:solidFill>
              <a:srgbClr val="CCCCCC"/>
            </a:solidFill>
            <a:prstDash val="solid"/>
          </a:ln>
        </p:spPr>
      </p:sp>
      <p:sp>
        <p:nvSpPr>
          <p:cNvPr id="130" name="Shape 128"/>
          <p:cNvSpPr/>
          <p:nvPr/>
        </p:nvSpPr>
        <p:spPr>
          <a:xfrm>
            <a:off x="2880360" y="1243584"/>
            <a:ext cx="192024" cy="192024"/>
          </a:xfrm>
          <a:prstGeom prst="rect">
            <a:avLst/>
          </a:prstGeom>
          <a:solidFill>
            <a:srgbClr val="2E6E44"/>
          </a:solidFill>
          <a:ln w="6350">
            <a:solidFill>
              <a:srgbClr val="AAAAAA"/>
            </a:solidFill>
            <a:prstDash val="solid"/>
          </a:ln>
        </p:spPr>
      </p:sp>
      <p:sp>
        <p:nvSpPr>
          <p:cNvPr id="131" name="Shape 129"/>
          <p:cNvSpPr/>
          <p:nvPr/>
        </p:nvSpPr>
        <p:spPr>
          <a:xfrm>
            <a:off x="3072384" y="1243584"/>
            <a:ext cx="192024" cy="192024"/>
          </a:xfrm>
          <a:prstGeom prst="rect">
            <a:avLst/>
          </a:prstGeom>
          <a:solidFill>
            <a:srgbClr val="2E6E44"/>
          </a:solidFill>
          <a:ln w="6350">
            <a:solidFill>
              <a:srgbClr val="AAAAAA"/>
            </a:solidFill>
            <a:prstDash val="solid"/>
          </a:ln>
        </p:spPr>
      </p:sp>
      <p:sp>
        <p:nvSpPr>
          <p:cNvPr id="132" name="Shape 130"/>
          <p:cNvSpPr/>
          <p:nvPr/>
        </p:nvSpPr>
        <p:spPr>
          <a:xfrm>
            <a:off x="3264408" y="1243584"/>
            <a:ext cx="192024" cy="192024"/>
          </a:xfrm>
          <a:prstGeom prst="rect">
            <a:avLst/>
          </a:prstGeom>
          <a:solidFill>
            <a:srgbClr val="2E6E44"/>
          </a:solidFill>
          <a:ln w="6350">
            <a:solidFill>
              <a:srgbClr val="AAAAAA"/>
            </a:solidFill>
            <a:prstDash val="solid"/>
          </a:ln>
        </p:spPr>
      </p:sp>
      <p:sp>
        <p:nvSpPr>
          <p:cNvPr id="133" name="Shape 131"/>
          <p:cNvSpPr/>
          <p:nvPr/>
        </p:nvSpPr>
        <p:spPr>
          <a:xfrm>
            <a:off x="3456432" y="1243584"/>
            <a:ext cx="192024" cy="192024"/>
          </a:xfrm>
          <a:prstGeom prst="rect">
            <a:avLst/>
          </a:prstGeom>
          <a:solidFill>
            <a:srgbClr val="2E6E44"/>
          </a:solidFill>
          <a:ln w="6350">
            <a:solidFill>
              <a:srgbClr val="AAAAAA"/>
            </a:solidFill>
            <a:prstDash val="solid"/>
          </a:ln>
        </p:spPr>
      </p:sp>
      <p:sp>
        <p:nvSpPr>
          <p:cNvPr id="134" name="Shape 132"/>
          <p:cNvSpPr/>
          <p:nvPr/>
        </p:nvSpPr>
        <p:spPr>
          <a:xfrm>
            <a:off x="3648456" y="1243584"/>
            <a:ext cx="192024" cy="192024"/>
          </a:xfrm>
          <a:prstGeom prst="rect">
            <a:avLst/>
          </a:prstGeom>
          <a:solidFill>
            <a:srgbClr val="2E6E44"/>
          </a:solidFill>
          <a:ln w="6350">
            <a:solidFill>
              <a:srgbClr val="AAAAAA"/>
            </a:solidFill>
            <a:prstDash val="solid"/>
          </a:ln>
        </p:spPr>
      </p:sp>
      <p:sp>
        <p:nvSpPr>
          <p:cNvPr id="135" name="Shape 133"/>
          <p:cNvSpPr/>
          <p:nvPr/>
        </p:nvSpPr>
        <p:spPr>
          <a:xfrm>
            <a:off x="3840480" y="1243584"/>
            <a:ext cx="192024" cy="192024"/>
          </a:xfrm>
          <a:prstGeom prst="rect">
            <a:avLst/>
          </a:prstGeom>
          <a:solidFill>
            <a:srgbClr val="2E6E44"/>
          </a:solidFill>
          <a:ln w="6350">
            <a:solidFill>
              <a:srgbClr val="AAAAAA"/>
            </a:solidFill>
            <a:prstDash val="solid"/>
          </a:ln>
        </p:spPr>
      </p:sp>
      <p:sp>
        <p:nvSpPr>
          <p:cNvPr id="136" name="Shape 134"/>
          <p:cNvSpPr/>
          <p:nvPr/>
        </p:nvSpPr>
        <p:spPr>
          <a:xfrm>
            <a:off x="4032504" y="1243584"/>
            <a:ext cx="192024" cy="192024"/>
          </a:xfrm>
          <a:prstGeom prst="rect">
            <a:avLst/>
          </a:prstGeom>
          <a:solidFill>
            <a:srgbClr val="2E6E44"/>
          </a:solidFill>
          <a:ln w="6350">
            <a:solidFill>
              <a:srgbClr val="AAAAAA"/>
            </a:solidFill>
            <a:prstDash val="solid"/>
          </a:ln>
        </p:spPr>
      </p:sp>
      <p:sp>
        <p:nvSpPr>
          <p:cNvPr id="137" name="Shape 135"/>
          <p:cNvSpPr/>
          <p:nvPr/>
        </p:nvSpPr>
        <p:spPr>
          <a:xfrm>
            <a:off x="4224528" y="1243584"/>
            <a:ext cx="192024" cy="192024"/>
          </a:xfrm>
          <a:prstGeom prst="rect">
            <a:avLst/>
          </a:prstGeom>
          <a:solidFill>
            <a:srgbClr val="2E6E44"/>
          </a:solidFill>
          <a:ln w="6350">
            <a:solidFill>
              <a:srgbClr val="AAAAAA"/>
            </a:solidFill>
            <a:prstDash val="solid"/>
          </a:ln>
        </p:spPr>
      </p:sp>
      <p:sp>
        <p:nvSpPr>
          <p:cNvPr id="138" name="Shape 136"/>
          <p:cNvSpPr/>
          <p:nvPr/>
        </p:nvSpPr>
        <p:spPr>
          <a:xfrm>
            <a:off x="4416552" y="1243584"/>
            <a:ext cx="192024" cy="192024"/>
          </a:xfrm>
          <a:prstGeom prst="rect">
            <a:avLst/>
          </a:prstGeom>
          <a:solidFill>
            <a:srgbClr val="2E6E44"/>
          </a:solidFill>
          <a:ln w="6350">
            <a:solidFill>
              <a:srgbClr val="AAAAAA"/>
            </a:solidFill>
            <a:prstDash val="solid"/>
          </a:ln>
        </p:spPr>
      </p:sp>
      <p:sp>
        <p:nvSpPr>
          <p:cNvPr id="139" name="Shape 137"/>
          <p:cNvSpPr/>
          <p:nvPr/>
        </p:nvSpPr>
        <p:spPr>
          <a:xfrm>
            <a:off x="4608576" y="1243584"/>
            <a:ext cx="192024" cy="192024"/>
          </a:xfrm>
          <a:prstGeom prst="rect">
            <a:avLst/>
          </a:prstGeom>
          <a:solidFill>
            <a:srgbClr val="2E6E44"/>
          </a:solidFill>
          <a:ln w="6350">
            <a:solidFill>
              <a:srgbClr val="AAAAAA"/>
            </a:solidFill>
            <a:prstDash val="solid"/>
          </a:ln>
        </p:spPr>
      </p:sp>
      <p:sp>
        <p:nvSpPr>
          <p:cNvPr id="140" name="Shape 138"/>
          <p:cNvSpPr/>
          <p:nvPr/>
        </p:nvSpPr>
        <p:spPr>
          <a:xfrm>
            <a:off x="2880360" y="1435608"/>
            <a:ext cx="1920240" cy="0"/>
          </a:xfrm>
          <a:prstGeom prst="line">
            <a:avLst/>
          </a:prstGeom>
          <a:noFill/>
          <a:ln w="12700">
            <a:solidFill>
              <a:srgbClr val="CCCCCC"/>
            </a:solidFill>
            <a:prstDash val="solid"/>
          </a:ln>
        </p:spPr>
      </p:sp>
      <p:sp>
        <p:nvSpPr>
          <p:cNvPr id="141" name="Shape 139"/>
          <p:cNvSpPr/>
          <p:nvPr/>
        </p:nvSpPr>
        <p:spPr>
          <a:xfrm>
            <a:off x="2880360" y="1435608"/>
            <a:ext cx="192024" cy="192024"/>
          </a:xfrm>
          <a:prstGeom prst="rect">
            <a:avLst/>
          </a:prstGeom>
          <a:solidFill>
            <a:srgbClr val="2E6E44"/>
          </a:solidFill>
          <a:ln w="6350">
            <a:solidFill>
              <a:srgbClr val="AAAAAA"/>
            </a:solidFill>
            <a:prstDash val="solid"/>
          </a:ln>
        </p:spPr>
      </p:sp>
      <p:sp>
        <p:nvSpPr>
          <p:cNvPr id="142" name="Shape 140"/>
          <p:cNvSpPr/>
          <p:nvPr/>
        </p:nvSpPr>
        <p:spPr>
          <a:xfrm>
            <a:off x="3072384" y="1435608"/>
            <a:ext cx="192024" cy="192024"/>
          </a:xfrm>
          <a:prstGeom prst="rect">
            <a:avLst/>
          </a:prstGeom>
          <a:solidFill>
            <a:srgbClr val="2E6E44"/>
          </a:solidFill>
          <a:ln w="6350">
            <a:solidFill>
              <a:srgbClr val="AAAAAA"/>
            </a:solidFill>
            <a:prstDash val="solid"/>
          </a:ln>
        </p:spPr>
      </p:sp>
      <p:sp>
        <p:nvSpPr>
          <p:cNvPr id="143" name="Shape 141"/>
          <p:cNvSpPr/>
          <p:nvPr/>
        </p:nvSpPr>
        <p:spPr>
          <a:xfrm>
            <a:off x="3264408" y="1435608"/>
            <a:ext cx="192024" cy="192024"/>
          </a:xfrm>
          <a:prstGeom prst="rect">
            <a:avLst/>
          </a:prstGeom>
          <a:solidFill>
            <a:srgbClr val="2E6E44"/>
          </a:solidFill>
          <a:ln w="6350">
            <a:solidFill>
              <a:srgbClr val="AAAAAA"/>
            </a:solidFill>
            <a:prstDash val="solid"/>
          </a:ln>
        </p:spPr>
      </p:sp>
      <p:sp>
        <p:nvSpPr>
          <p:cNvPr id="144" name="Shape 142"/>
          <p:cNvSpPr/>
          <p:nvPr/>
        </p:nvSpPr>
        <p:spPr>
          <a:xfrm>
            <a:off x="3456432" y="1435608"/>
            <a:ext cx="192024" cy="192024"/>
          </a:xfrm>
          <a:prstGeom prst="rect">
            <a:avLst/>
          </a:prstGeom>
          <a:solidFill>
            <a:srgbClr val="2E6E44"/>
          </a:solidFill>
          <a:ln w="6350">
            <a:solidFill>
              <a:srgbClr val="AAAAAA"/>
            </a:solidFill>
            <a:prstDash val="solid"/>
          </a:ln>
        </p:spPr>
      </p:sp>
      <p:sp>
        <p:nvSpPr>
          <p:cNvPr id="145" name="Shape 143"/>
          <p:cNvSpPr/>
          <p:nvPr/>
        </p:nvSpPr>
        <p:spPr>
          <a:xfrm>
            <a:off x="3648456" y="1435608"/>
            <a:ext cx="192024" cy="192024"/>
          </a:xfrm>
          <a:prstGeom prst="rect">
            <a:avLst/>
          </a:prstGeom>
          <a:solidFill>
            <a:srgbClr val="2E6E44"/>
          </a:solidFill>
          <a:ln w="6350">
            <a:solidFill>
              <a:srgbClr val="AAAAAA"/>
            </a:solidFill>
            <a:prstDash val="solid"/>
          </a:ln>
        </p:spPr>
      </p:sp>
      <p:sp>
        <p:nvSpPr>
          <p:cNvPr id="146" name="Shape 144"/>
          <p:cNvSpPr/>
          <p:nvPr/>
        </p:nvSpPr>
        <p:spPr>
          <a:xfrm>
            <a:off x="3840480" y="1435608"/>
            <a:ext cx="192024" cy="192024"/>
          </a:xfrm>
          <a:prstGeom prst="rect">
            <a:avLst/>
          </a:prstGeom>
          <a:solidFill>
            <a:srgbClr val="2E6E44"/>
          </a:solidFill>
          <a:ln w="6350">
            <a:solidFill>
              <a:srgbClr val="AAAAAA"/>
            </a:solidFill>
            <a:prstDash val="solid"/>
          </a:ln>
        </p:spPr>
      </p:sp>
      <p:sp>
        <p:nvSpPr>
          <p:cNvPr id="147" name="Shape 145"/>
          <p:cNvSpPr/>
          <p:nvPr/>
        </p:nvSpPr>
        <p:spPr>
          <a:xfrm>
            <a:off x="4032504" y="1435608"/>
            <a:ext cx="192024" cy="192024"/>
          </a:xfrm>
          <a:prstGeom prst="rect">
            <a:avLst/>
          </a:prstGeom>
          <a:solidFill>
            <a:srgbClr val="2E6E44"/>
          </a:solidFill>
          <a:ln w="6350">
            <a:solidFill>
              <a:srgbClr val="AAAAAA"/>
            </a:solidFill>
            <a:prstDash val="solid"/>
          </a:ln>
        </p:spPr>
      </p:sp>
      <p:sp>
        <p:nvSpPr>
          <p:cNvPr id="148" name="Shape 146"/>
          <p:cNvSpPr/>
          <p:nvPr/>
        </p:nvSpPr>
        <p:spPr>
          <a:xfrm>
            <a:off x="4224528" y="1435608"/>
            <a:ext cx="192024" cy="192024"/>
          </a:xfrm>
          <a:prstGeom prst="rect">
            <a:avLst/>
          </a:prstGeom>
          <a:solidFill>
            <a:srgbClr val="2E6E44"/>
          </a:solidFill>
          <a:ln w="6350">
            <a:solidFill>
              <a:srgbClr val="AAAAAA"/>
            </a:solidFill>
            <a:prstDash val="solid"/>
          </a:ln>
        </p:spPr>
      </p:sp>
      <p:sp>
        <p:nvSpPr>
          <p:cNvPr id="149" name="Shape 147"/>
          <p:cNvSpPr/>
          <p:nvPr/>
        </p:nvSpPr>
        <p:spPr>
          <a:xfrm>
            <a:off x="4416552" y="1435608"/>
            <a:ext cx="192024" cy="192024"/>
          </a:xfrm>
          <a:prstGeom prst="rect">
            <a:avLst/>
          </a:prstGeom>
          <a:solidFill>
            <a:srgbClr val="2E6E44"/>
          </a:solidFill>
          <a:ln w="6350">
            <a:solidFill>
              <a:srgbClr val="AAAAAA"/>
            </a:solidFill>
            <a:prstDash val="solid"/>
          </a:ln>
        </p:spPr>
      </p:sp>
      <p:sp>
        <p:nvSpPr>
          <p:cNvPr id="150" name="Shape 148"/>
          <p:cNvSpPr/>
          <p:nvPr/>
        </p:nvSpPr>
        <p:spPr>
          <a:xfrm>
            <a:off x="4608576" y="1435608"/>
            <a:ext cx="192024" cy="192024"/>
          </a:xfrm>
          <a:prstGeom prst="rect">
            <a:avLst/>
          </a:prstGeom>
          <a:solidFill>
            <a:srgbClr val="2E6E44"/>
          </a:solidFill>
          <a:ln w="6350">
            <a:solidFill>
              <a:srgbClr val="AAAAAA"/>
            </a:solidFill>
            <a:prstDash val="solid"/>
          </a:ln>
        </p:spPr>
      </p:sp>
      <p:sp>
        <p:nvSpPr>
          <p:cNvPr id="151" name="Shape 149"/>
          <p:cNvSpPr/>
          <p:nvPr/>
        </p:nvSpPr>
        <p:spPr>
          <a:xfrm>
            <a:off x="2880360" y="1627632"/>
            <a:ext cx="1920240" cy="0"/>
          </a:xfrm>
          <a:prstGeom prst="line">
            <a:avLst/>
          </a:prstGeom>
          <a:noFill/>
          <a:ln w="12700">
            <a:solidFill>
              <a:srgbClr val="CCCCCC"/>
            </a:solidFill>
            <a:prstDash val="solid"/>
          </a:ln>
        </p:spPr>
      </p:sp>
      <p:sp>
        <p:nvSpPr>
          <p:cNvPr id="152" name="Shape 150"/>
          <p:cNvSpPr/>
          <p:nvPr/>
        </p:nvSpPr>
        <p:spPr>
          <a:xfrm>
            <a:off x="2880360" y="1627632"/>
            <a:ext cx="192024" cy="192024"/>
          </a:xfrm>
          <a:prstGeom prst="rect">
            <a:avLst/>
          </a:prstGeom>
          <a:solidFill>
            <a:srgbClr val="2E6E44"/>
          </a:solidFill>
          <a:ln w="6350">
            <a:solidFill>
              <a:srgbClr val="AAAAAA"/>
            </a:solidFill>
            <a:prstDash val="solid"/>
          </a:ln>
        </p:spPr>
      </p:sp>
      <p:sp>
        <p:nvSpPr>
          <p:cNvPr id="153" name="Shape 151"/>
          <p:cNvSpPr/>
          <p:nvPr/>
        </p:nvSpPr>
        <p:spPr>
          <a:xfrm>
            <a:off x="3072384" y="1627632"/>
            <a:ext cx="192024" cy="192024"/>
          </a:xfrm>
          <a:prstGeom prst="rect">
            <a:avLst/>
          </a:prstGeom>
          <a:solidFill>
            <a:srgbClr val="2E6E44"/>
          </a:solidFill>
          <a:ln w="6350">
            <a:solidFill>
              <a:srgbClr val="AAAAAA"/>
            </a:solidFill>
            <a:prstDash val="solid"/>
          </a:ln>
        </p:spPr>
      </p:sp>
      <p:sp>
        <p:nvSpPr>
          <p:cNvPr id="154" name="Shape 152"/>
          <p:cNvSpPr/>
          <p:nvPr/>
        </p:nvSpPr>
        <p:spPr>
          <a:xfrm>
            <a:off x="3264408" y="1627632"/>
            <a:ext cx="192024" cy="192024"/>
          </a:xfrm>
          <a:prstGeom prst="rect">
            <a:avLst/>
          </a:prstGeom>
          <a:solidFill>
            <a:srgbClr val="2E6E44"/>
          </a:solidFill>
          <a:ln w="6350">
            <a:solidFill>
              <a:srgbClr val="AAAAAA"/>
            </a:solidFill>
            <a:prstDash val="solid"/>
          </a:ln>
        </p:spPr>
      </p:sp>
      <p:sp>
        <p:nvSpPr>
          <p:cNvPr id="155" name="Shape 153"/>
          <p:cNvSpPr/>
          <p:nvPr/>
        </p:nvSpPr>
        <p:spPr>
          <a:xfrm>
            <a:off x="3456432" y="1627632"/>
            <a:ext cx="192024" cy="192024"/>
          </a:xfrm>
          <a:prstGeom prst="rect">
            <a:avLst/>
          </a:prstGeom>
          <a:solidFill>
            <a:srgbClr val="2E6E44"/>
          </a:solidFill>
          <a:ln w="6350">
            <a:solidFill>
              <a:srgbClr val="AAAAAA"/>
            </a:solidFill>
            <a:prstDash val="solid"/>
          </a:ln>
        </p:spPr>
      </p:sp>
      <p:sp>
        <p:nvSpPr>
          <p:cNvPr id="156" name="Shape 154"/>
          <p:cNvSpPr/>
          <p:nvPr/>
        </p:nvSpPr>
        <p:spPr>
          <a:xfrm>
            <a:off x="3648456" y="1627632"/>
            <a:ext cx="192024" cy="192024"/>
          </a:xfrm>
          <a:prstGeom prst="rect">
            <a:avLst/>
          </a:prstGeom>
          <a:solidFill>
            <a:srgbClr val="2E6E44"/>
          </a:solidFill>
          <a:ln w="6350">
            <a:solidFill>
              <a:srgbClr val="AAAAAA"/>
            </a:solidFill>
            <a:prstDash val="solid"/>
          </a:ln>
        </p:spPr>
      </p:sp>
      <p:sp>
        <p:nvSpPr>
          <p:cNvPr id="157" name="Shape 155"/>
          <p:cNvSpPr/>
          <p:nvPr/>
        </p:nvSpPr>
        <p:spPr>
          <a:xfrm>
            <a:off x="3840480" y="1627632"/>
            <a:ext cx="192024" cy="192024"/>
          </a:xfrm>
          <a:prstGeom prst="rect">
            <a:avLst/>
          </a:prstGeom>
          <a:solidFill>
            <a:srgbClr val="2E6E44"/>
          </a:solidFill>
          <a:ln w="6350">
            <a:solidFill>
              <a:srgbClr val="AAAAAA"/>
            </a:solidFill>
            <a:prstDash val="solid"/>
          </a:ln>
        </p:spPr>
      </p:sp>
      <p:sp>
        <p:nvSpPr>
          <p:cNvPr id="158" name="Shape 156"/>
          <p:cNvSpPr/>
          <p:nvPr/>
        </p:nvSpPr>
        <p:spPr>
          <a:xfrm>
            <a:off x="4032504" y="1627632"/>
            <a:ext cx="192024" cy="192024"/>
          </a:xfrm>
          <a:prstGeom prst="rect">
            <a:avLst/>
          </a:prstGeom>
          <a:solidFill>
            <a:srgbClr val="2E6E44"/>
          </a:solidFill>
          <a:ln w="6350">
            <a:solidFill>
              <a:srgbClr val="AAAAAA"/>
            </a:solidFill>
            <a:prstDash val="solid"/>
          </a:ln>
        </p:spPr>
      </p:sp>
      <p:sp>
        <p:nvSpPr>
          <p:cNvPr id="159" name="Shape 157"/>
          <p:cNvSpPr/>
          <p:nvPr/>
        </p:nvSpPr>
        <p:spPr>
          <a:xfrm>
            <a:off x="4224528" y="1627632"/>
            <a:ext cx="192024" cy="192024"/>
          </a:xfrm>
          <a:prstGeom prst="rect">
            <a:avLst/>
          </a:prstGeom>
          <a:solidFill>
            <a:srgbClr val="2E6E44"/>
          </a:solidFill>
          <a:ln w="6350">
            <a:solidFill>
              <a:srgbClr val="AAAAAA"/>
            </a:solidFill>
            <a:prstDash val="solid"/>
          </a:ln>
        </p:spPr>
      </p:sp>
      <p:sp>
        <p:nvSpPr>
          <p:cNvPr id="160" name="Shape 158"/>
          <p:cNvSpPr/>
          <p:nvPr/>
        </p:nvSpPr>
        <p:spPr>
          <a:xfrm>
            <a:off x="4416552" y="1627632"/>
            <a:ext cx="192024" cy="192024"/>
          </a:xfrm>
          <a:prstGeom prst="rect">
            <a:avLst/>
          </a:prstGeom>
          <a:solidFill>
            <a:srgbClr val="2E6E44"/>
          </a:solidFill>
          <a:ln w="6350">
            <a:solidFill>
              <a:srgbClr val="AAAAAA"/>
            </a:solidFill>
            <a:prstDash val="solid"/>
          </a:ln>
        </p:spPr>
      </p:sp>
      <p:sp>
        <p:nvSpPr>
          <p:cNvPr id="161" name="Shape 159"/>
          <p:cNvSpPr/>
          <p:nvPr/>
        </p:nvSpPr>
        <p:spPr>
          <a:xfrm>
            <a:off x="4608576" y="1627632"/>
            <a:ext cx="192024" cy="192024"/>
          </a:xfrm>
          <a:prstGeom prst="rect">
            <a:avLst/>
          </a:prstGeom>
          <a:solidFill>
            <a:srgbClr val="2E6E44"/>
          </a:solidFill>
          <a:ln w="6350">
            <a:solidFill>
              <a:srgbClr val="AAAAAA"/>
            </a:solidFill>
            <a:prstDash val="solid"/>
          </a:ln>
        </p:spPr>
      </p:sp>
      <p:sp>
        <p:nvSpPr>
          <p:cNvPr id="162" name="Shape 160"/>
          <p:cNvSpPr/>
          <p:nvPr/>
        </p:nvSpPr>
        <p:spPr>
          <a:xfrm>
            <a:off x="2880360" y="1819656"/>
            <a:ext cx="1920240" cy="0"/>
          </a:xfrm>
          <a:prstGeom prst="line">
            <a:avLst/>
          </a:prstGeom>
          <a:noFill/>
          <a:ln w="12700">
            <a:solidFill>
              <a:srgbClr val="CCCCCC"/>
            </a:solidFill>
            <a:prstDash val="solid"/>
          </a:ln>
        </p:spPr>
      </p:sp>
      <p:sp>
        <p:nvSpPr>
          <p:cNvPr id="163" name="Shape 161"/>
          <p:cNvSpPr/>
          <p:nvPr/>
        </p:nvSpPr>
        <p:spPr>
          <a:xfrm>
            <a:off x="2880360" y="1819656"/>
            <a:ext cx="192024" cy="192024"/>
          </a:xfrm>
          <a:prstGeom prst="rect">
            <a:avLst/>
          </a:prstGeom>
          <a:solidFill>
            <a:srgbClr val="2E6E44"/>
          </a:solidFill>
          <a:ln w="6350">
            <a:solidFill>
              <a:srgbClr val="AAAAAA"/>
            </a:solidFill>
            <a:prstDash val="solid"/>
          </a:ln>
        </p:spPr>
      </p:sp>
      <p:sp>
        <p:nvSpPr>
          <p:cNvPr id="164" name="Shape 162"/>
          <p:cNvSpPr/>
          <p:nvPr/>
        </p:nvSpPr>
        <p:spPr>
          <a:xfrm>
            <a:off x="3072384" y="1819656"/>
            <a:ext cx="192024" cy="192024"/>
          </a:xfrm>
          <a:prstGeom prst="rect">
            <a:avLst/>
          </a:prstGeom>
          <a:solidFill>
            <a:srgbClr val="2E6E44"/>
          </a:solidFill>
          <a:ln w="6350">
            <a:solidFill>
              <a:srgbClr val="AAAAAA"/>
            </a:solidFill>
            <a:prstDash val="solid"/>
          </a:ln>
        </p:spPr>
      </p:sp>
      <p:sp>
        <p:nvSpPr>
          <p:cNvPr id="165" name="Shape 163"/>
          <p:cNvSpPr/>
          <p:nvPr/>
        </p:nvSpPr>
        <p:spPr>
          <a:xfrm>
            <a:off x="3264408" y="1819656"/>
            <a:ext cx="192024" cy="192024"/>
          </a:xfrm>
          <a:prstGeom prst="rect">
            <a:avLst/>
          </a:prstGeom>
          <a:solidFill>
            <a:srgbClr val="2E6E44"/>
          </a:solidFill>
          <a:ln w="6350">
            <a:solidFill>
              <a:srgbClr val="AAAAAA"/>
            </a:solidFill>
            <a:prstDash val="solid"/>
          </a:ln>
        </p:spPr>
      </p:sp>
      <p:sp>
        <p:nvSpPr>
          <p:cNvPr id="166" name="Shape 164"/>
          <p:cNvSpPr/>
          <p:nvPr/>
        </p:nvSpPr>
        <p:spPr>
          <a:xfrm>
            <a:off x="3456432" y="1819656"/>
            <a:ext cx="192024" cy="192024"/>
          </a:xfrm>
          <a:prstGeom prst="rect">
            <a:avLst/>
          </a:prstGeom>
          <a:solidFill>
            <a:srgbClr val="2E6E44"/>
          </a:solidFill>
          <a:ln w="6350">
            <a:solidFill>
              <a:srgbClr val="AAAAAA"/>
            </a:solidFill>
            <a:prstDash val="solid"/>
          </a:ln>
        </p:spPr>
      </p:sp>
      <p:sp>
        <p:nvSpPr>
          <p:cNvPr id="167" name="Shape 165"/>
          <p:cNvSpPr/>
          <p:nvPr/>
        </p:nvSpPr>
        <p:spPr>
          <a:xfrm>
            <a:off x="3648456" y="1819656"/>
            <a:ext cx="192024" cy="192024"/>
          </a:xfrm>
          <a:prstGeom prst="rect">
            <a:avLst/>
          </a:prstGeom>
          <a:solidFill>
            <a:srgbClr val="2E6E44"/>
          </a:solidFill>
          <a:ln w="6350">
            <a:solidFill>
              <a:srgbClr val="AAAAAA"/>
            </a:solidFill>
            <a:prstDash val="solid"/>
          </a:ln>
        </p:spPr>
      </p:sp>
      <p:sp>
        <p:nvSpPr>
          <p:cNvPr id="168" name="Shape 166"/>
          <p:cNvSpPr/>
          <p:nvPr/>
        </p:nvSpPr>
        <p:spPr>
          <a:xfrm>
            <a:off x="3840480" y="1819656"/>
            <a:ext cx="192024" cy="192024"/>
          </a:xfrm>
          <a:prstGeom prst="rect">
            <a:avLst/>
          </a:prstGeom>
          <a:solidFill>
            <a:srgbClr val="2E6E44"/>
          </a:solidFill>
          <a:ln w="6350">
            <a:solidFill>
              <a:srgbClr val="AAAAAA"/>
            </a:solidFill>
            <a:prstDash val="solid"/>
          </a:ln>
        </p:spPr>
      </p:sp>
      <p:sp>
        <p:nvSpPr>
          <p:cNvPr id="169" name="Shape 167"/>
          <p:cNvSpPr/>
          <p:nvPr/>
        </p:nvSpPr>
        <p:spPr>
          <a:xfrm>
            <a:off x="4032504" y="1819656"/>
            <a:ext cx="192024" cy="192024"/>
          </a:xfrm>
          <a:prstGeom prst="rect">
            <a:avLst/>
          </a:prstGeom>
          <a:solidFill>
            <a:srgbClr val="2E6E44"/>
          </a:solidFill>
          <a:ln w="6350">
            <a:solidFill>
              <a:srgbClr val="AAAAAA"/>
            </a:solidFill>
            <a:prstDash val="solid"/>
          </a:ln>
        </p:spPr>
      </p:sp>
      <p:sp>
        <p:nvSpPr>
          <p:cNvPr id="170" name="Shape 168"/>
          <p:cNvSpPr/>
          <p:nvPr/>
        </p:nvSpPr>
        <p:spPr>
          <a:xfrm>
            <a:off x="4224528" y="1819656"/>
            <a:ext cx="192024" cy="192024"/>
          </a:xfrm>
          <a:prstGeom prst="rect">
            <a:avLst/>
          </a:prstGeom>
          <a:solidFill>
            <a:srgbClr val="FFFFFF"/>
          </a:solidFill>
          <a:ln w="6350">
            <a:solidFill>
              <a:srgbClr val="AAAAAA"/>
            </a:solidFill>
            <a:prstDash val="solid"/>
          </a:ln>
        </p:spPr>
      </p:sp>
      <p:sp>
        <p:nvSpPr>
          <p:cNvPr id="171" name="Shape 169"/>
          <p:cNvSpPr/>
          <p:nvPr/>
        </p:nvSpPr>
        <p:spPr>
          <a:xfrm>
            <a:off x="4416552" y="1819656"/>
            <a:ext cx="192024" cy="192024"/>
          </a:xfrm>
          <a:prstGeom prst="rect">
            <a:avLst/>
          </a:prstGeom>
          <a:solidFill>
            <a:srgbClr val="FFFFFF"/>
          </a:solidFill>
          <a:ln w="6350">
            <a:solidFill>
              <a:srgbClr val="AAAAAA"/>
            </a:solidFill>
            <a:prstDash val="solid"/>
          </a:ln>
        </p:spPr>
      </p:sp>
      <p:sp>
        <p:nvSpPr>
          <p:cNvPr id="172" name="Shape 170"/>
          <p:cNvSpPr/>
          <p:nvPr/>
        </p:nvSpPr>
        <p:spPr>
          <a:xfrm>
            <a:off x="4608576" y="1819656"/>
            <a:ext cx="192024" cy="192024"/>
          </a:xfrm>
          <a:prstGeom prst="rect">
            <a:avLst/>
          </a:prstGeom>
          <a:solidFill>
            <a:srgbClr val="FFFFFF"/>
          </a:solidFill>
          <a:ln w="6350">
            <a:solidFill>
              <a:srgbClr val="AAAAAA"/>
            </a:solidFill>
            <a:prstDash val="solid"/>
          </a:ln>
        </p:spPr>
      </p:sp>
      <p:sp>
        <p:nvSpPr>
          <p:cNvPr id="173" name="Shape 171"/>
          <p:cNvSpPr/>
          <p:nvPr/>
        </p:nvSpPr>
        <p:spPr>
          <a:xfrm>
            <a:off x="2880360" y="2011680"/>
            <a:ext cx="1920240" cy="0"/>
          </a:xfrm>
          <a:prstGeom prst="line">
            <a:avLst/>
          </a:prstGeom>
          <a:noFill/>
          <a:ln w="12700">
            <a:solidFill>
              <a:srgbClr val="CCCCCC"/>
            </a:solidFill>
            <a:prstDash val="solid"/>
          </a:ln>
        </p:spPr>
      </p:sp>
      <p:sp>
        <p:nvSpPr>
          <p:cNvPr id="174" name="Shape 172"/>
          <p:cNvSpPr/>
          <p:nvPr/>
        </p:nvSpPr>
        <p:spPr>
          <a:xfrm>
            <a:off x="2880360" y="2011680"/>
            <a:ext cx="192024" cy="192024"/>
          </a:xfrm>
          <a:prstGeom prst="rect">
            <a:avLst/>
          </a:prstGeom>
          <a:solidFill>
            <a:srgbClr val="FFFFFF"/>
          </a:solidFill>
          <a:ln w="6350">
            <a:solidFill>
              <a:srgbClr val="AAAAAA"/>
            </a:solidFill>
            <a:prstDash val="solid"/>
          </a:ln>
        </p:spPr>
      </p:sp>
      <p:sp>
        <p:nvSpPr>
          <p:cNvPr id="175" name="Shape 173"/>
          <p:cNvSpPr/>
          <p:nvPr/>
        </p:nvSpPr>
        <p:spPr>
          <a:xfrm>
            <a:off x="3072384" y="2011680"/>
            <a:ext cx="192024" cy="192024"/>
          </a:xfrm>
          <a:prstGeom prst="rect">
            <a:avLst/>
          </a:prstGeom>
          <a:solidFill>
            <a:srgbClr val="FFFFFF"/>
          </a:solidFill>
          <a:ln w="6350">
            <a:solidFill>
              <a:srgbClr val="AAAAAA"/>
            </a:solidFill>
            <a:prstDash val="solid"/>
          </a:ln>
        </p:spPr>
      </p:sp>
      <p:sp>
        <p:nvSpPr>
          <p:cNvPr id="176" name="Shape 174"/>
          <p:cNvSpPr/>
          <p:nvPr/>
        </p:nvSpPr>
        <p:spPr>
          <a:xfrm>
            <a:off x="3264408" y="2011680"/>
            <a:ext cx="192024" cy="192024"/>
          </a:xfrm>
          <a:prstGeom prst="rect">
            <a:avLst/>
          </a:prstGeom>
          <a:solidFill>
            <a:srgbClr val="FFFFFF"/>
          </a:solidFill>
          <a:ln w="6350">
            <a:solidFill>
              <a:srgbClr val="AAAAAA"/>
            </a:solidFill>
            <a:prstDash val="solid"/>
          </a:ln>
        </p:spPr>
      </p:sp>
      <p:sp>
        <p:nvSpPr>
          <p:cNvPr id="177" name="Shape 175"/>
          <p:cNvSpPr/>
          <p:nvPr/>
        </p:nvSpPr>
        <p:spPr>
          <a:xfrm>
            <a:off x="3456432" y="2011680"/>
            <a:ext cx="192024" cy="192024"/>
          </a:xfrm>
          <a:prstGeom prst="rect">
            <a:avLst/>
          </a:prstGeom>
          <a:solidFill>
            <a:srgbClr val="FFFFFF"/>
          </a:solidFill>
          <a:ln w="6350">
            <a:solidFill>
              <a:srgbClr val="AAAAAA"/>
            </a:solidFill>
            <a:prstDash val="solid"/>
          </a:ln>
        </p:spPr>
      </p:sp>
      <p:sp>
        <p:nvSpPr>
          <p:cNvPr id="178" name="Shape 176"/>
          <p:cNvSpPr/>
          <p:nvPr/>
        </p:nvSpPr>
        <p:spPr>
          <a:xfrm>
            <a:off x="3648456" y="2011680"/>
            <a:ext cx="192024" cy="192024"/>
          </a:xfrm>
          <a:prstGeom prst="rect">
            <a:avLst/>
          </a:prstGeom>
          <a:solidFill>
            <a:srgbClr val="FFFFFF"/>
          </a:solidFill>
          <a:ln w="6350">
            <a:solidFill>
              <a:srgbClr val="AAAAAA"/>
            </a:solidFill>
            <a:prstDash val="solid"/>
          </a:ln>
        </p:spPr>
      </p:sp>
      <p:sp>
        <p:nvSpPr>
          <p:cNvPr id="179" name="Shape 177"/>
          <p:cNvSpPr/>
          <p:nvPr/>
        </p:nvSpPr>
        <p:spPr>
          <a:xfrm>
            <a:off x="3840480" y="2011680"/>
            <a:ext cx="192024" cy="192024"/>
          </a:xfrm>
          <a:prstGeom prst="rect">
            <a:avLst/>
          </a:prstGeom>
          <a:solidFill>
            <a:srgbClr val="FFFFFF"/>
          </a:solidFill>
          <a:ln w="6350">
            <a:solidFill>
              <a:srgbClr val="AAAAAA"/>
            </a:solidFill>
            <a:prstDash val="solid"/>
          </a:ln>
        </p:spPr>
      </p:sp>
      <p:sp>
        <p:nvSpPr>
          <p:cNvPr id="180" name="Shape 178"/>
          <p:cNvSpPr/>
          <p:nvPr/>
        </p:nvSpPr>
        <p:spPr>
          <a:xfrm>
            <a:off x="4032504" y="2011680"/>
            <a:ext cx="192024" cy="192024"/>
          </a:xfrm>
          <a:prstGeom prst="rect">
            <a:avLst/>
          </a:prstGeom>
          <a:solidFill>
            <a:srgbClr val="FFFFFF"/>
          </a:solidFill>
          <a:ln w="6350">
            <a:solidFill>
              <a:srgbClr val="AAAAAA"/>
            </a:solidFill>
            <a:prstDash val="solid"/>
          </a:ln>
        </p:spPr>
      </p:sp>
      <p:sp>
        <p:nvSpPr>
          <p:cNvPr id="181" name="Shape 179"/>
          <p:cNvSpPr/>
          <p:nvPr/>
        </p:nvSpPr>
        <p:spPr>
          <a:xfrm>
            <a:off x="4224528" y="2011680"/>
            <a:ext cx="192024" cy="192024"/>
          </a:xfrm>
          <a:prstGeom prst="rect">
            <a:avLst/>
          </a:prstGeom>
          <a:solidFill>
            <a:srgbClr val="FFFFFF"/>
          </a:solidFill>
          <a:ln w="6350">
            <a:solidFill>
              <a:srgbClr val="AAAAAA"/>
            </a:solidFill>
            <a:prstDash val="solid"/>
          </a:ln>
        </p:spPr>
      </p:sp>
      <p:sp>
        <p:nvSpPr>
          <p:cNvPr id="182" name="Shape 180"/>
          <p:cNvSpPr/>
          <p:nvPr/>
        </p:nvSpPr>
        <p:spPr>
          <a:xfrm>
            <a:off x="4416552" y="2011680"/>
            <a:ext cx="192024" cy="192024"/>
          </a:xfrm>
          <a:prstGeom prst="rect">
            <a:avLst/>
          </a:prstGeom>
          <a:solidFill>
            <a:srgbClr val="FFFFFF"/>
          </a:solidFill>
          <a:ln w="6350">
            <a:solidFill>
              <a:srgbClr val="AAAAAA"/>
            </a:solidFill>
            <a:prstDash val="solid"/>
          </a:ln>
        </p:spPr>
      </p:sp>
      <p:sp>
        <p:nvSpPr>
          <p:cNvPr id="183" name="Shape 181"/>
          <p:cNvSpPr/>
          <p:nvPr/>
        </p:nvSpPr>
        <p:spPr>
          <a:xfrm>
            <a:off x="4608576" y="2011680"/>
            <a:ext cx="192024" cy="192024"/>
          </a:xfrm>
          <a:prstGeom prst="rect">
            <a:avLst/>
          </a:prstGeom>
          <a:solidFill>
            <a:srgbClr val="FFFFFF"/>
          </a:solidFill>
          <a:ln w="6350">
            <a:solidFill>
              <a:srgbClr val="AAAAAA"/>
            </a:solidFill>
            <a:prstDash val="solid"/>
          </a:ln>
        </p:spPr>
      </p:sp>
      <p:sp>
        <p:nvSpPr>
          <p:cNvPr id="184" name="Shape 182"/>
          <p:cNvSpPr/>
          <p:nvPr/>
        </p:nvSpPr>
        <p:spPr>
          <a:xfrm>
            <a:off x="2880360" y="2203704"/>
            <a:ext cx="1920240" cy="0"/>
          </a:xfrm>
          <a:prstGeom prst="line">
            <a:avLst/>
          </a:prstGeom>
          <a:noFill/>
          <a:ln w="12700">
            <a:solidFill>
              <a:srgbClr val="CCCCCC"/>
            </a:solidFill>
            <a:prstDash val="solid"/>
          </a:ln>
        </p:spPr>
      </p:sp>
      <p:sp>
        <p:nvSpPr>
          <p:cNvPr id="185" name="Shape 183"/>
          <p:cNvSpPr/>
          <p:nvPr/>
        </p:nvSpPr>
        <p:spPr>
          <a:xfrm>
            <a:off x="2880360" y="2203704"/>
            <a:ext cx="192024" cy="192024"/>
          </a:xfrm>
          <a:prstGeom prst="rect">
            <a:avLst/>
          </a:prstGeom>
          <a:solidFill>
            <a:srgbClr val="FFFFFF"/>
          </a:solidFill>
          <a:ln w="6350">
            <a:solidFill>
              <a:srgbClr val="AAAAAA"/>
            </a:solidFill>
            <a:prstDash val="solid"/>
          </a:ln>
        </p:spPr>
      </p:sp>
      <p:sp>
        <p:nvSpPr>
          <p:cNvPr id="186" name="Shape 184"/>
          <p:cNvSpPr/>
          <p:nvPr/>
        </p:nvSpPr>
        <p:spPr>
          <a:xfrm>
            <a:off x="3072384" y="2203704"/>
            <a:ext cx="192024" cy="192024"/>
          </a:xfrm>
          <a:prstGeom prst="rect">
            <a:avLst/>
          </a:prstGeom>
          <a:solidFill>
            <a:srgbClr val="FFFFFF"/>
          </a:solidFill>
          <a:ln w="6350">
            <a:solidFill>
              <a:srgbClr val="AAAAAA"/>
            </a:solidFill>
            <a:prstDash val="solid"/>
          </a:ln>
        </p:spPr>
      </p:sp>
      <p:sp>
        <p:nvSpPr>
          <p:cNvPr id="187" name="Shape 185"/>
          <p:cNvSpPr/>
          <p:nvPr/>
        </p:nvSpPr>
        <p:spPr>
          <a:xfrm>
            <a:off x="3264408" y="2203704"/>
            <a:ext cx="192024" cy="192024"/>
          </a:xfrm>
          <a:prstGeom prst="rect">
            <a:avLst/>
          </a:prstGeom>
          <a:solidFill>
            <a:srgbClr val="FFFFFF"/>
          </a:solidFill>
          <a:ln w="6350">
            <a:solidFill>
              <a:srgbClr val="AAAAAA"/>
            </a:solidFill>
            <a:prstDash val="solid"/>
          </a:ln>
        </p:spPr>
      </p:sp>
      <p:sp>
        <p:nvSpPr>
          <p:cNvPr id="188" name="Shape 186"/>
          <p:cNvSpPr/>
          <p:nvPr/>
        </p:nvSpPr>
        <p:spPr>
          <a:xfrm>
            <a:off x="3456432" y="2203704"/>
            <a:ext cx="192024" cy="192024"/>
          </a:xfrm>
          <a:prstGeom prst="rect">
            <a:avLst/>
          </a:prstGeom>
          <a:solidFill>
            <a:srgbClr val="FFFFFF"/>
          </a:solidFill>
          <a:ln w="6350">
            <a:solidFill>
              <a:srgbClr val="AAAAAA"/>
            </a:solidFill>
            <a:prstDash val="solid"/>
          </a:ln>
        </p:spPr>
      </p:sp>
      <p:sp>
        <p:nvSpPr>
          <p:cNvPr id="189" name="Shape 187"/>
          <p:cNvSpPr/>
          <p:nvPr/>
        </p:nvSpPr>
        <p:spPr>
          <a:xfrm>
            <a:off x="3648456" y="2203704"/>
            <a:ext cx="192024" cy="192024"/>
          </a:xfrm>
          <a:prstGeom prst="rect">
            <a:avLst/>
          </a:prstGeom>
          <a:solidFill>
            <a:srgbClr val="FFFFFF"/>
          </a:solidFill>
          <a:ln w="6350">
            <a:solidFill>
              <a:srgbClr val="AAAAAA"/>
            </a:solidFill>
            <a:prstDash val="solid"/>
          </a:ln>
        </p:spPr>
      </p:sp>
      <p:sp>
        <p:nvSpPr>
          <p:cNvPr id="190" name="Shape 188"/>
          <p:cNvSpPr/>
          <p:nvPr/>
        </p:nvSpPr>
        <p:spPr>
          <a:xfrm>
            <a:off x="3840480" y="2203704"/>
            <a:ext cx="192024" cy="192024"/>
          </a:xfrm>
          <a:prstGeom prst="rect">
            <a:avLst/>
          </a:prstGeom>
          <a:solidFill>
            <a:srgbClr val="FFFFFF"/>
          </a:solidFill>
          <a:ln w="6350">
            <a:solidFill>
              <a:srgbClr val="AAAAAA"/>
            </a:solidFill>
            <a:prstDash val="solid"/>
          </a:ln>
        </p:spPr>
      </p:sp>
      <p:sp>
        <p:nvSpPr>
          <p:cNvPr id="191" name="Shape 189"/>
          <p:cNvSpPr/>
          <p:nvPr/>
        </p:nvSpPr>
        <p:spPr>
          <a:xfrm>
            <a:off x="4032504" y="2203704"/>
            <a:ext cx="192024" cy="192024"/>
          </a:xfrm>
          <a:prstGeom prst="rect">
            <a:avLst/>
          </a:prstGeom>
          <a:solidFill>
            <a:srgbClr val="FFFFFF"/>
          </a:solidFill>
          <a:ln w="6350">
            <a:solidFill>
              <a:srgbClr val="AAAAAA"/>
            </a:solidFill>
            <a:prstDash val="solid"/>
          </a:ln>
        </p:spPr>
      </p:sp>
      <p:sp>
        <p:nvSpPr>
          <p:cNvPr id="192" name="Shape 190"/>
          <p:cNvSpPr/>
          <p:nvPr/>
        </p:nvSpPr>
        <p:spPr>
          <a:xfrm>
            <a:off x="4224528" y="2203704"/>
            <a:ext cx="192024" cy="192024"/>
          </a:xfrm>
          <a:prstGeom prst="rect">
            <a:avLst/>
          </a:prstGeom>
          <a:solidFill>
            <a:srgbClr val="FFFFFF"/>
          </a:solidFill>
          <a:ln w="6350">
            <a:solidFill>
              <a:srgbClr val="AAAAAA"/>
            </a:solidFill>
            <a:prstDash val="solid"/>
          </a:ln>
        </p:spPr>
      </p:sp>
      <p:sp>
        <p:nvSpPr>
          <p:cNvPr id="193" name="Shape 191"/>
          <p:cNvSpPr/>
          <p:nvPr/>
        </p:nvSpPr>
        <p:spPr>
          <a:xfrm>
            <a:off x="4416552" y="2203704"/>
            <a:ext cx="192024" cy="192024"/>
          </a:xfrm>
          <a:prstGeom prst="rect">
            <a:avLst/>
          </a:prstGeom>
          <a:solidFill>
            <a:srgbClr val="FFFFFF"/>
          </a:solidFill>
          <a:ln w="6350">
            <a:solidFill>
              <a:srgbClr val="AAAAAA"/>
            </a:solidFill>
            <a:prstDash val="solid"/>
          </a:ln>
        </p:spPr>
      </p:sp>
      <p:sp>
        <p:nvSpPr>
          <p:cNvPr id="194" name="Shape 192"/>
          <p:cNvSpPr/>
          <p:nvPr/>
        </p:nvSpPr>
        <p:spPr>
          <a:xfrm>
            <a:off x="4608576" y="2203704"/>
            <a:ext cx="192024" cy="192024"/>
          </a:xfrm>
          <a:prstGeom prst="rect">
            <a:avLst/>
          </a:prstGeom>
          <a:solidFill>
            <a:srgbClr val="FFFFFF"/>
          </a:solidFill>
          <a:ln w="6350">
            <a:solidFill>
              <a:srgbClr val="AAAAAA"/>
            </a:solidFill>
            <a:prstDash val="solid"/>
          </a:ln>
        </p:spPr>
      </p:sp>
      <p:sp>
        <p:nvSpPr>
          <p:cNvPr id="195" name="Shape 193"/>
          <p:cNvSpPr/>
          <p:nvPr/>
        </p:nvSpPr>
        <p:spPr>
          <a:xfrm>
            <a:off x="2880360" y="2395728"/>
            <a:ext cx="1920240" cy="0"/>
          </a:xfrm>
          <a:prstGeom prst="line">
            <a:avLst/>
          </a:prstGeom>
          <a:noFill/>
          <a:ln w="12700">
            <a:solidFill>
              <a:srgbClr val="CCCCCC"/>
            </a:solidFill>
            <a:prstDash val="solid"/>
          </a:ln>
        </p:spPr>
      </p:sp>
      <p:sp>
        <p:nvSpPr>
          <p:cNvPr id="196" name="Shape 194"/>
          <p:cNvSpPr/>
          <p:nvPr/>
        </p:nvSpPr>
        <p:spPr>
          <a:xfrm>
            <a:off x="2880360" y="2395728"/>
            <a:ext cx="192024" cy="192024"/>
          </a:xfrm>
          <a:prstGeom prst="rect">
            <a:avLst/>
          </a:prstGeom>
          <a:solidFill>
            <a:srgbClr val="FFFFFF"/>
          </a:solidFill>
          <a:ln w="6350">
            <a:solidFill>
              <a:srgbClr val="AAAAAA"/>
            </a:solidFill>
            <a:prstDash val="solid"/>
          </a:ln>
        </p:spPr>
      </p:sp>
      <p:sp>
        <p:nvSpPr>
          <p:cNvPr id="197" name="Shape 195"/>
          <p:cNvSpPr/>
          <p:nvPr/>
        </p:nvSpPr>
        <p:spPr>
          <a:xfrm>
            <a:off x="3072384" y="2395728"/>
            <a:ext cx="192024" cy="192024"/>
          </a:xfrm>
          <a:prstGeom prst="rect">
            <a:avLst/>
          </a:prstGeom>
          <a:solidFill>
            <a:srgbClr val="FFFFFF"/>
          </a:solidFill>
          <a:ln w="6350">
            <a:solidFill>
              <a:srgbClr val="AAAAAA"/>
            </a:solidFill>
            <a:prstDash val="solid"/>
          </a:ln>
        </p:spPr>
      </p:sp>
      <p:sp>
        <p:nvSpPr>
          <p:cNvPr id="198" name="Shape 196"/>
          <p:cNvSpPr/>
          <p:nvPr/>
        </p:nvSpPr>
        <p:spPr>
          <a:xfrm>
            <a:off x="3264408" y="2395728"/>
            <a:ext cx="192024" cy="192024"/>
          </a:xfrm>
          <a:prstGeom prst="rect">
            <a:avLst/>
          </a:prstGeom>
          <a:solidFill>
            <a:srgbClr val="FFFFFF"/>
          </a:solidFill>
          <a:ln w="6350">
            <a:solidFill>
              <a:srgbClr val="AAAAAA"/>
            </a:solidFill>
            <a:prstDash val="solid"/>
          </a:ln>
        </p:spPr>
      </p:sp>
      <p:sp>
        <p:nvSpPr>
          <p:cNvPr id="199" name="Shape 197"/>
          <p:cNvSpPr/>
          <p:nvPr/>
        </p:nvSpPr>
        <p:spPr>
          <a:xfrm>
            <a:off x="3456432" y="2395728"/>
            <a:ext cx="192024" cy="192024"/>
          </a:xfrm>
          <a:prstGeom prst="rect">
            <a:avLst/>
          </a:prstGeom>
          <a:solidFill>
            <a:srgbClr val="FFFFFF"/>
          </a:solidFill>
          <a:ln w="6350">
            <a:solidFill>
              <a:srgbClr val="AAAAAA"/>
            </a:solidFill>
            <a:prstDash val="solid"/>
          </a:ln>
        </p:spPr>
      </p:sp>
      <p:sp>
        <p:nvSpPr>
          <p:cNvPr id="200" name="Shape 198"/>
          <p:cNvSpPr/>
          <p:nvPr/>
        </p:nvSpPr>
        <p:spPr>
          <a:xfrm>
            <a:off x="3648456" y="2395728"/>
            <a:ext cx="192024" cy="192024"/>
          </a:xfrm>
          <a:prstGeom prst="rect">
            <a:avLst/>
          </a:prstGeom>
          <a:solidFill>
            <a:srgbClr val="FFFFFF"/>
          </a:solidFill>
          <a:ln w="6350">
            <a:solidFill>
              <a:srgbClr val="AAAAAA"/>
            </a:solidFill>
            <a:prstDash val="solid"/>
          </a:ln>
        </p:spPr>
      </p:sp>
      <p:sp>
        <p:nvSpPr>
          <p:cNvPr id="201" name="Shape 199"/>
          <p:cNvSpPr/>
          <p:nvPr/>
        </p:nvSpPr>
        <p:spPr>
          <a:xfrm>
            <a:off x="3840480" y="2395728"/>
            <a:ext cx="192024" cy="192024"/>
          </a:xfrm>
          <a:prstGeom prst="rect">
            <a:avLst/>
          </a:prstGeom>
          <a:solidFill>
            <a:srgbClr val="FFFFFF"/>
          </a:solidFill>
          <a:ln w="6350">
            <a:solidFill>
              <a:srgbClr val="AAAAAA"/>
            </a:solidFill>
            <a:prstDash val="solid"/>
          </a:ln>
        </p:spPr>
      </p:sp>
      <p:sp>
        <p:nvSpPr>
          <p:cNvPr id="202" name="Shape 200"/>
          <p:cNvSpPr/>
          <p:nvPr/>
        </p:nvSpPr>
        <p:spPr>
          <a:xfrm>
            <a:off x="4032504" y="2395728"/>
            <a:ext cx="192024" cy="192024"/>
          </a:xfrm>
          <a:prstGeom prst="rect">
            <a:avLst/>
          </a:prstGeom>
          <a:solidFill>
            <a:srgbClr val="FFFFFF"/>
          </a:solidFill>
          <a:ln w="6350">
            <a:solidFill>
              <a:srgbClr val="AAAAAA"/>
            </a:solidFill>
            <a:prstDash val="solid"/>
          </a:ln>
        </p:spPr>
      </p:sp>
      <p:sp>
        <p:nvSpPr>
          <p:cNvPr id="203" name="Shape 201"/>
          <p:cNvSpPr/>
          <p:nvPr/>
        </p:nvSpPr>
        <p:spPr>
          <a:xfrm>
            <a:off x="4224528" y="2395728"/>
            <a:ext cx="192024" cy="192024"/>
          </a:xfrm>
          <a:prstGeom prst="rect">
            <a:avLst/>
          </a:prstGeom>
          <a:solidFill>
            <a:srgbClr val="FFFFFF"/>
          </a:solidFill>
          <a:ln w="6350">
            <a:solidFill>
              <a:srgbClr val="AAAAAA"/>
            </a:solidFill>
            <a:prstDash val="solid"/>
          </a:ln>
        </p:spPr>
      </p:sp>
      <p:sp>
        <p:nvSpPr>
          <p:cNvPr id="204" name="Shape 202"/>
          <p:cNvSpPr/>
          <p:nvPr/>
        </p:nvSpPr>
        <p:spPr>
          <a:xfrm>
            <a:off x="4416552" y="2395728"/>
            <a:ext cx="192024" cy="192024"/>
          </a:xfrm>
          <a:prstGeom prst="rect">
            <a:avLst/>
          </a:prstGeom>
          <a:solidFill>
            <a:srgbClr val="FFFFFF"/>
          </a:solidFill>
          <a:ln w="6350">
            <a:solidFill>
              <a:srgbClr val="AAAAAA"/>
            </a:solidFill>
            <a:prstDash val="solid"/>
          </a:ln>
        </p:spPr>
      </p:sp>
      <p:sp>
        <p:nvSpPr>
          <p:cNvPr id="205" name="Shape 203"/>
          <p:cNvSpPr/>
          <p:nvPr/>
        </p:nvSpPr>
        <p:spPr>
          <a:xfrm>
            <a:off x="4608576" y="2395728"/>
            <a:ext cx="192024" cy="192024"/>
          </a:xfrm>
          <a:prstGeom prst="rect">
            <a:avLst/>
          </a:prstGeom>
          <a:solidFill>
            <a:srgbClr val="FFFFFF"/>
          </a:solidFill>
          <a:ln w="6350">
            <a:solidFill>
              <a:srgbClr val="AAAAAA"/>
            </a:solidFill>
            <a:prstDash val="solid"/>
          </a:ln>
        </p:spPr>
      </p:sp>
      <p:sp>
        <p:nvSpPr>
          <p:cNvPr id="206" name="Shape 204"/>
          <p:cNvSpPr/>
          <p:nvPr/>
        </p:nvSpPr>
        <p:spPr>
          <a:xfrm>
            <a:off x="2880360" y="2587752"/>
            <a:ext cx="1920240" cy="0"/>
          </a:xfrm>
          <a:prstGeom prst="line">
            <a:avLst/>
          </a:prstGeom>
          <a:noFill/>
          <a:ln w="12700">
            <a:solidFill>
              <a:srgbClr val="CCCCCC"/>
            </a:solidFill>
            <a:prstDash val="solid"/>
          </a:ln>
        </p:spPr>
      </p:sp>
      <p:sp>
        <p:nvSpPr>
          <p:cNvPr id="207" name="Shape 205"/>
          <p:cNvSpPr/>
          <p:nvPr/>
        </p:nvSpPr>
        <p:spPr>
          <a:xfrm>
            <a:off x="2880360" y="2587752"/>
            <a:ext cx="192024" cy="192024"/>
          </a:xfrm>
          <a:prstGeom prst="rect">
            <a:avLst/>
          </a:prstGeom>
          <a:solidFill>
            <a:srgbClr val="FFFFFF"/>
          </a:solidFill>
          <a:ln w="6350">
            <a:solidFill>
              <a:srgbClr val="AAAAAA"/>
            </a:solidFill>
            <a:prstDash val="solid"/>
          </a:ln>
        </p:spPr>
      </p:sp>
      <p:sp>
        <p:nvSpPr>
          <p:cNvPr id="208" name="Shape 206"/>
          <p:cNvSpPr/>
          <p:nvPr/>
        </p:nvSpPr>
        <p:spPr>
          <a:xfrm>
            <a:off x="3072384" y="2587752"/>
            <a:ext cx="192024" cy="192024"/>
          </a:xfrm>
          <a:prstGeom prst="rect">
            <a:avLst/>
          </a:prstGeom>
          <a:solidFill>
            <a:srgbClr val="FFFFFF"/>
          </a:solidFill>
          <a:ln w="6350">
            <a:solidFill>
              <a:srgbClr val="AAAAAA"/>
            </a:solidFill>
            <a:prstDash val="solid"/>
          </a:ln>
        </p:spPr>
      </p:sp>
      <p:sp>
        <p:nvSpPr>
          <p:cNvPr id="209" name="Shape 207"/>
          <p:cNvSpPr/>
          <p:nvPr/>
        </p:nvSpPr>
        <p:spPr>
          <a:xfrm>
            <a:off x="3264408" y="2587752"/>
            <a:ext cx="192024" cy="192024"/>
          </a:xfrm>
          <a:prstGeom prst="rect">
            <a:avLst/>
          </a:prstGeom>
          <a:solidFill>
            <a:srgbClr val="FFFFFF"/>
          </a:solidFill>
          <a:ln w="6350">
            <a:solidFill>
              <a:srgbClr val="AAAAAA"/>
            </a:solidFill>
            <a:prstDash val="solid"/>
          </a:ln>
        </p:spPr>
      </p:sp>
      <p:sp>
        <p:nvSpPr>
          <p:cNvPr id="210" name="Shape 208"/>
          <p:cNvSpPr/>
          <p:nvPr/>
        </p:nvSpPr>
        <p:spPr>
          <a:xfrm>
            <a:off x="3456432" y="2587752"/>
            <a:ext cx="192024" cy="192024"/>
          </a:xfrm>
          <a:prstGeom prst="rect">
            <a:avLst/>
          </a:prstGeom>
          <a:solidFill>
            <a:srgbClr val="FFFFFF"/>
          </a:solidFill>
          <a:ln w="6350">
            <a:solidFill>
              <a:srgbClr val="AAAAAA"/>
            </a:solidFill>
            <a:prstDash val="solid"/>
          </a:ln>
        </p:spPr>
      </p:sp>
      <p:sp>
        <p:nvSpPr>
          <p:cNvPr id="211" name="Shape 209"/>
          <p:cNvSpPr/>
          <p:nvPr/>
        </p:nvSpPr>
        <p:spPr>
          <a:xfrm>
            <a:off x="3648456" y="2587752"/>
            <a:ext cx="192024" cy="192024"/>
          </a:xfrm>
          <a:prstGeom prst="rect">
            <a:avLst/>
          </a:prstGeom>
          <a:solidFill>
            <a:srgbClr val="FFFFFF"/>
          </a:solidFill>
          <a:ln w="6350">
            <a:solidFill>
              <a:srgbClr val="AAAAAA"/>
            </a:solidFill>
            <a:prstDash val="solid"/>
          </a:ln>
        </p:spPr>
      </p:sp>
      <p:sp>
        <p:nvSpPr>
          <p:cNvPr id="212" name="Shape 210"/>
          <p:cNvSpPr/>
          <p:nvPr/>
        </p:nvSpPr>
        <p:spPr>
          <a:xfrm>
            <a:off x="3840480" y="2587752"/>
            <a:ext cx="192024" cy="192024"/>
          </a:xfrm>
          <a:prstGeom prst="rect">
            <a:avLst/>
          </a:prstGeom>
          <a:solidFill>
            <a:srgbClr val="FFFFFF"/>
          </a:solidFill>
          <a:ln w="6350">
            <a:solidFill>
              <a:srgbClr val="AAAAAA"/>
            </a:solidFill>
            <a:prstDash val="solid"/>
          </a:ln>
        </p:spPr>
      </p:sp>
      <p:sp>
        <p:nvSpPr>
          <p:cNvPr id="213" name="Shape 211"/>
          <p:cNvSpPr/>
          <p:nvPr/>
        </p:nvSpPr>
        <p:spPr>
          <a:xfrm>
            <a:off x="4032504" y="2587752"/>
            <a:ext cx="192024" cy="192024"/>
          </a:xfrm>
          <a:prstGeom prst="rect">
            <a:avLst/>
          </a:prstGeom>
          <a:solidFill>
            <a:srgbClr val="FFFFFF"/>
          </a:solidFill>
          <a:ln w="6350">
            <a:solidFill>
              <a:srgbClr val="AAAAAA"/>
            </a:solidFill>
            <a:prstDash val="solid"/>
          </a:ln>
        </p:spPr>
      </p:sp>
      <p:sp>
        <p:nvSpPr>
          <p:cNvPr id="214" name="Shape 212"/>
          <p:cNvSpPr/>
          <p:nvPr/>
        </p:nvSpPr>
        <p:spPr>
          <a:xfrm>
            <a:off x="4224528" y="2587752"/>
            <a:ext cx="192024" cy="192024"/>
          </a:xfrm>
          <a:prstGeom prst="rect">
            <a:avLst/>
          </a:prstGeom>
          <a:solidFill>
            <a:srgbClr val="FFFFFF"/>
          </a:solidFill>
          <a:ln w="6350">
            <a:solidFill>
              <a:srgbClr val="AAAAAA"/>
            </a:solidFill>
            <a:prstDash val="solid"/>
          </a:ln>
        </p:spPr>
      </p:sp>
      <p:sp>
        <p:nvSpPr>
          <p:cNvPr id="215" name="Shape 213"/>
          <p:cNvSpPr/>
          <p:nvPr/>
        </p:nvSpPr>
        <p:spPr>
          <a:xfrm>
            <a:off x="4416552" y="2587752"/>
            <a:ext cx="192024" cy="192024"/>
          </a:xfrm>
          <a:prstGeom prst="rect">
            <a:avLst/>
          </a:prstGeom>
          <a:solidFill>
            <a:srgbClr val="FFFFFF"/>
          </a:solidFill>
          <a:ln w="6350">
            <a:solidFill>
              <a:srgbClr val="AAAAAA"/>
            </a:solidFill>
            <a:prstDash val="solid"/>
          </a:ln>
        </p:spPr>
      </p:sp>
      <p:sp>
        <p:nvSpPr>
          <p:cNvPr id="216" name="Shape 214"/>
          <p:cNvSpPr/>
          <p:nvPr/>
        </p:nvSpPr>
        <p:spPr>
          <a:xfrm>
            <a:off x="4608576" y="2587752"/>
            <a:ext cx="192024" cy="192024"/>
          </a:xfrm>
          <a:prstGeom prst="rect">
            <a:avLst/>
          </a:prstGeom>
          <a:solidFill>
            <a:srgbClr val="FFFFFF"/>
          </a:solidFill>
          <a:ln w="6350">
            <a:solidFill>
              <a:srgbClr val="AAAAAA"/>
            </a:solidFill>
            <a:prstDash val="solid"/>
          </a:ln>
        </p:spPr>
      </p:sp>
      <p:sp>
        <p:nvSpPr>
          <p:cNvPr id="217" name="Shape 215"/>
          <p:cNvSpPr/>
          <p:nvPr/>
        </p:nvSpPr>
        <p:spPr>
          <a:xfrm>
            <a:off x="2880360" y="2779776"/>
            <a:ext cx="1920240" cy="0"/>
          </a:xfrm>
          <a:prstGeom prst="line">
            <a:avLst/>
          </a:prstGeom>
          <a:noFill/>
          <a:ln w="12700">
            <a:solidFill>
              <a:srgbClr val="CCCCCC"/>
            </a:solidFill>
            <a:prstDash val="solid"/>
          </a:ln>
        </p:spPr>
      </p:sp>
      <p:sp>
        <p:nvSpPr>
          <p:cNvPr id="218" name="Shape 216"/>
          <p:cNvSpPr/>
          <p:nvPr/>
        </p:nvSpPr>
        <p:spPr>
          <a:xfrm>
            <a:off x="2880360" y="2779776"/>
            <a:ext cx="192024" cy="192024"/>
          </a:xfrm>
          <a:prstGeom prst="rect">
            <a:avLst/>
          </a:prstGeom>
          <a:solidFill>
            <a:srgbClr val="FFFFFF"/>
          </a:solidFill>
          <a:ln w="6350">
            <a:solidFill>
              <a:srgbClr val="AAAAAA"/>
            </a:solidFill>
            <a:prstDash val="solid"/>
          </a:ln>
        </p:spPr>
      </p:sp>
      <p:sp>
        <p:nvSpPr>
          <p:cNvPr id="219" name="Shape 217"/>
          <p:cNvSpPr/>
          <p:nvPr/>
        </p:nvSpPr>
        <p:spPr>
          <a:xfrm>
            <a:off x="3072384" y="2779776"/>
            <a:ext cx="192024" cy="192024"/>
          </a:xfrm>
          <a:prstGeom prst="rect">
            <a:avLst/>
          </a:prstGeom>
          <a:solidFill>
            <a:srgbClr val="FFFFFF"/>
          </a:solidFill>
          <a:ln w="6350">
            <a:solidFill>
              <a:srgbClr val="AAAAAA"/>
            </a:solidFill>
            <a:prstDash val="solid"/>
          </a:ln>
        </p:spPr>
      </p:sp>
      <p:sp>
        <p:nvSpPr>
          <p:cNvPr id="220" name="Shape 218"/>
          <p:cNvSpPr/>
          <p:nvPr/>
        </p:nvSpPr>
        <p:spPr>
          <a:xfrm>
            <a:off x="3264408" y="2779776"/>
            <a:ext cx="192024" cy="192024"/>
          </a:xfrm>
          <a:prstGeom prst="rect">
            <a:avLst/>
          </a:prstGeom>
          <a:solidFill>
            <a:srgbClr val="FFFFFF"/>
          </a:solidFill>
          <a:ln w="6350">
            <a:solidFill>
              <a:srgbClr val="AAAAAA"/>
            </a:solidFill>
            <a:prstDash val="solid"/>
          </a:ln>
        </p:spPr>
      </p:sp>
      <p:sp>
        <p:nvSpPr>
          <p:cNvPr id="221" name="Shape 219"/>
          <p:cNvSpPr/>
          <p:nvPr/>
        </p:nvSpPr>
        <p:spPr>
          <a:xfrm>
            <a:off x="3456432" y="2779776"/>
            <a:ext cx="192024" cy="192024"/>
          </a:xfrm>
          <a:prstGeom prst="rect">
            <a:avLst/>
          </a:prstGeom>
          <a:solidFill>
            <a:srgbClr val="FFFFFF"/>
          </a:solidFill>
          <a:ln w="6350">
            <a:solidFill>
              <a:srgbClr val="AAAAAA"/>
            </a:solidFill>
            <a:prstDash val="solid"/>
          </a:ln>
        </p:spPr>
      </p:sp>
      <p:sp>
        <p:nvSpPr>
          <p:cNvPr id="222" name="Shape 220"/>
          <p:cNvSpPr/>
          <p:nvPr/>
        </p:nvSpPr>
        <p:spPr>
          <a:xfrm>
            <a:off x="3648456" y="2779776"/>
            <a:ext cx="192024" cy="192024"/>
          </a:xfrm>
          <a:prstGeom prst="rect">
            <a:avLst/>
          </a:prstGeom>
          <a:solidFill>
            <a:srgbClr val="FFFFFF"/>
          </a:solidFill>
          <a:ln w="6350">
            <a:solidFill>
              <a:srgbClr val="AAAAAA"/>
            </a:solidFill>
            <a:prstDash val="solid"/>
          </a:ln>
        </p:spPr>
      </p:sp>
      <p:sp>
        <p:nvSpPr>
          <p:cNvPr id="223" name="Shape 221"/>
          <p:cNvSpPr/>
          <p:nvPr/>
        </p:nvSpPr>
        <p:spPr>
          <a:xfrm>
            <a:off x="3840480" y="2779776"/>
            <a:ext cx="192024" cy="192024"/>
          </a:xfrm>
          <a:prstGeom prst="rect">
            <a:avLst/>
          </a:prstGeom>
          <a:solidFill>
            <a:srgbClr val="FFFFFF"/>
          </a:solidFill>
          <a:ln w="6350">
            <a:solidFill>
              <a:srgbClr val="AAAAAA"/>
            </a:solidFill>
            <a:prstDash val="solid"/>
          </a:ln>
        </p:spPr>
      </p:sp>
      <p:sp>
        <p:nvSpPr>
          <p:cNvPr id="224" name="Shape 222"/>
          <p:cNvSpPr/>
          <p:nvPr/>
        </p:nvSpPr>
        <p:spPr>
          <a:xfrm>
            <a:off x="4032504" y="2779776"/>
            <a:ext cx="192024" cy="192024"/>
          </a:xfrm>
          <a:prstGeom prst="rect">
            <a:avLst/>
          </a:prstGeom>
          <a:solidFill>
            <a:srgbClr val="FFFFFF"/>
          </a:solidFill>
          <a:ln w="6350">
            <a:solidFill>
              <a:srgbClr val="AAAAAA"/>
            </a:solidFill>
            <a:prstDash val="solid"/>
          </a:ln>
        </p:spPr>
      </p:sp>
      <p:sp>
        <p:nvSpPr>
          <p:cNvPr id="225" name="Shape 223"/>
          <p:cNvSpPr/>
          <p:nvPr/>
        </p:nvSpPr>
        <p:spPr>
          <a:xfrm>
            <a:off x="4224528" y="2779776"/>
            <a:ext cx="192024" cy="192024"/>
          </a:xfrm>
          <a:prstGeom prst="rect">
            <a:avLst/>
          </a:prstGeom>
          <a:solidFill>
            <a:srgbClr val="FFFFFF"/>
          </a:solidFill>
          <a:ln w="6350">
            <a:solidFill>
              <a:srgbClr val="AAAAAA"/>
            </a:solidFill>
            <a:prstDash val="solid"/>
          </a:ln>
        </p:spPr>
      </p:sp>
      <p:sp>
        <p:nvSpPr>
          <p:cNvPr id="226" name="Shape 224"/>
          <p:cNvSpPr/>
          <p:nvPr/>
        </p:nvSpPr>
        <p:spPr>
          <a:xfrm>
            <a:off x="4416552" y="2779776"/>
            <a:ext cx="192024" cy="192024"/>
          </a:xfrm>
          <a:prstGeom prst="rect">
            <a:avLst/>
          </a:prstGeom>
          <a:solidFill>
            <a:srgbClr val="FFFFFF"/>
          </a:solidFill>
          <a:ln w="6350">
            <a:solidFill>
              <a:srgbClr val="AAAAAA"/>
            </a:solidFill>
            <a:prstDash val="solid"/>
          </a:ln>
        </p:spPr>
      </p:sp>
      <p:sp>
        <p:nvSpPr>
          <p:cNvPr id="227" name="Shape 225"/>
          <p:cNvSpPr/>
          <p:nvPr/>
        </p:nvSpPr>
        <p:spPr>
          <a:xfrm>
            <a:off x="4608576" y="2779776"/>
            <a:ext cx="192024" cy="192024"/>
          </a:xfrm>
          <a:prstGeom prst="rect">
            <a:avLst/>
          </a:prstGeom>
          <a:solidFill>
            <a:srgbClr val="FFFFFF"/>
          </a:solidFill>
          <a:ln w="6350">
            <a:solidFill>
              <a:srgbClr val="AAAAAA"/>
            </a:solidFill>
            <a:prstDash val="solid"/>
          </a:ln>
        </p:spPr>
      </p:sp>
      <p:sp>
        <p:nvSpPr>
          <p:cNvPr id="228" name="Shape 226"/>
          <p:cNvSpPr/>
          <p:nvPr/>
        </p:nvSpPr>
        <p:spPr>
          <a:xfrm>
            <a:off x="2880360" y="2971800"/>
            <a:ext cx="1920240" cy="0"/>
          </a:xfrm>
          <a:prstGeom prst="line">
            <a:avLst/>
          </a:prstGeom>
          <a:noFill/>
          <a:ln w="12700">
            <a:solidFill>
              <a:srgbClr val="CCCCCC"/>
            </a:solidFill>
            <a:prstDash val="solid"/>
          </a:ln>
        </p:spPr>
      </p:sp>
      <p:sp>
        <p:nvSpPr>
          <p:cNvPr id="229" name="Shape 227"/>
          <p:cNvSpPr/>
          <p:nvPr/>
        </p:nvSpPr>
        <p:spPr>
          <a:xfrm>
            <a:off x="2880360" y="1051560"/>
            <a:ext cx="1920240" cy="1920240"/>
          </a:xfrm>
          <a:prstGeom prst="rect">
            <a:avLst/>
          </a:prstGeom>
          <a:solidFill>
            <a:srgbClr val="FFFFFF">
              <a:alpha val="0"/>
            </a:srgbClr>
          </a:solidFill>
          <a:ln w="28575">
            <a:solidFill>
              <a:srgbClr val="1B2A4A"/>
            </a:solidFill>
            <a:prstDash val="solid"/>
          </a:ln>
        </p:spPr>
      </p:sp>
      <p:sp>
        <p:nvSpPr>
          <p:cNvPr id="230" name="Text 228"/>
          <p:cNvSpPr/>
          <p:nvPr/>
        </p:nvSpPr>
        <p:spPr>
          <a:xfrm>
            <a:off x="2880360" y="3044952"/>
            <a:ext cx="1920240" cy="292608"/>
          </a:xfrm>
          <a:prstGeom prst="rect">
            <a:avLst/>
          </a:prstGeom>
          <a:noFill/>
          <a:ln/>
        </p:spPr>
        <p:txBody>
          <a:bodyPr wrap="square" lIns="0" tIns="0" rIns="0" bIns="0" rtlCol="0" anchor="ctr"/>
          <a:lstStyle/>
          <a:p>
            <a:pPr algn="ctr" indent="0" marL="0">
              <a:buNone/>
            </a:pPr>
            <a:r>
              <a:rPr lang="en-US" sz="1100" i="1" dirty="0">
                <a:solidFill>
                  <a:srgbClr val="5A5A7A"/>
                </a:solidFill>
              </a:rPr>
              <a:t>0.47</a:t>
            </a:r>
            <a:endParaRPr lang="en-US" sz="1100" dirty="0"/>
          </a:p>
        </p:txBody>
      </p:sp>
      <p:sp>
        <p:nvSpPr>
          <p:cNvPr id="231" name="Text 229"/>
          <p:cNvSpPr/>
          <p:nvPr/>
        </p:nvSpPr>
        <p:spPr>
          <a:xfrm>
            <a:off x="4864608" y="1737360"/>
            <a:ext cx="457200" cy="548640"/>
          </a:xfrm>
          <a:prstGeom prst="rect">
            <a:avLst/>
          </a:prstGeom>
          <a:noFill/>
          <a:ln/>
        </p:spPr>
        <p:txBody>
          <a:bodyPr wrap="square" lIns="0" tIns="0" rIns="0" bIns="0" rtlCol="0" anchor="ctr"/>
          <a:lstStyle/>
          <a:p>
            <a:pPr algn="ctr" indent="0" marL="0">
              <a:buNone/>
            </a:pPr>
            <a:r>
              <a:rPr lang="en-US" sz="2800" b="1" dirty="0">
                <a:solidFill>
                  <a:srgbClr val="1B2A4A"/>
                </a:solidFill>
              </a:rPr>
              <a:t>=</a:t>
            </a:r>
            <a:endParaRPr lang="en-US" sz="2800" dirty="0"/>
          </a:p>
        </p:txBody>
      </p:sp>
      <p:sp>
        <p:nvSpPr>
          <p:cNvPr id="232" name="Shape 230"/>
          <p:cNvSpPr/>
          <p:nvPr/>
        </p:nvSpPr>
        <p:spPr>
          <a:xfrm>
            <a:off x="5349240" y="1051560"/>
            <a:ext cx="192024" cy="192024"/>
          </a:xfrm>
          <a:prstGeom prst="rect">
            <a:avLst/>
          </a:prstGeom>
          <a:solidFill>
            <a:srgbClr val="D9941A"/>
          </a:solidFill>
          <a:ln w="6350">
            <a:solidFill>
              <a:srgbClr val="AAAAAA"/>
            </a:solidFill>
            <a:prstDash val="solid"/>
          </a:ln>
        </p:spPr>
      </p:sp>
      <p:sp>
        <p:nvSpPr>
          <p:cNvPr id="233" name="Shape 231"/>
          <p:cNvSpPr/>
          <p:nvPr/>
        </p:nvSpPr>
        <p:spPr>
          <a:xfrm>
            <a:off x="5541264" y="1051560"/>
            <a:ext cx="192024" cy="192024"/>
          </a:xfrm>
          <a:prstGeom prst="rect">
            <a:avLst/>
          </a:prstGeom>
          <a:solidFill>
            <a:srgbClr val="D9941A"/>
          </a:solidFill>
          <a:ln w="6350">
            <a:solidFill>
              <a:srgbClr val="AAAAAA"/>
            </a:solidFill>
            <a:prstDash val="solid"/>
          </a:ln>
        </p:spPr>
      </p:sp>
      <p:sp>
        <p:nvSpPr>
          <p:cNvPr id="234" name="Shape 232"/>
          <p:cNvSpPr/>
          <p:nvPr/>
        </p:nvSpPr>
        <p:spPr>
          <a:xfrm>
            <a:off x="5733288" y="1051560"/>
            <a:ext cx="192024" cy="192024"/>
          </a:xfrm>
          <a:prstGeom prst="rect">
            <a:avLst/>
          </a:prstGeom>
          <a:solidFill>
            <a:srgbClr val="D9941A"/>
          </a:solidFill>
          <a:ln w="6350">
            <a:solidFill>
              <a:srgbClr val="AAAAAA"/>
            </a:solidFill>
            <a:prstDash val="solid"/>
          </a:ln>
        </p:spPr>
      </p:sp>
      <p:sp>
        <p:nvSpPr>
          <p:cNvPr id="235" name="Shape 233"/>
          <p:cNvSpPr/>
          <p:nvPr/>
        </p:nvSpPr>
        <p:spPr>
          <a:xfrm>
            <a:off x="5925312" y="1051560"/>
            <a:ext cx="192024" cy="192024"/>
          </a:xfrm>
          <a:prstGeom prst="rect">
            <a:avLst/>
          </a:prstGeom>
          <a:solidFill>
            <a:srgbClr val="D9941A"/>
          </a:solidFill>
          <a:ln w="6350">
            <a:solidFill>
              <a:srgbClr val="AAAAAA"/>
            </a:solidFill>
            <a:prstDash val="solid"/>
          </a:ln>
        </p:spPr>
      </p:sp>
      <p:sp>
        <p:nvSpPr>
          <p:cNvPr id="236" name="Shape 234"/>
          <p:cNvSpPr/>
          <p:nvPr/>
        </p:nvSpPr>
        <p:spPr>
          <a:xfrm>
            <a:off x="6117336" y="1051560"/>
            <a:ext cx="192024" cy="192024"/>
          </a:xfrm>
          <a:prstGeom prst="rect">
            <a:avLst/>
          </a:prstGeom>
          <a:solidFill>
            <a:srgbClr val="D9941A"/>
          </a:solidFill>
          <a:ln w="6350">
            <a:solidFill>
              <a:srgbClr val="AAAAAA"/>
            </a:solidFill>
            <a:prstDash val="solid"/>
          </a:ln>
        </p:spPr>
      </p:sp>
      <p:sp>
        <p:nvSpPr>
          <p:cNvPr id="237" name="Shape 235"/>
          <p:cNvSpPr/>
          <p:nvPr/>
        </p:nvSpPr>
        <p:spPr>
          <a:xfrm>
            <a:off x="6309360" y="1051560"/>
            <a:ext cx="192024" cy="192024"/>
          </a:xfrm>
          <a:prstGeom prst="rect">
            <a:avLst/>
          </a:prstGeom>
          <a:solidFill>
            <a:srgbClr val="D9941A"/>
          </a:solidFill>
          <a:ln w="6350">
            <a:solidFill>
              <a:srgbClr val="AAAAAA"/>
            </a:solidFill>
            <a:prstDash val="solid"/>
          </a:ln>
        </p:spPr>
      </p:sp>
      <p:sp>
        <p:nvSpPr>
          <p:cNvPr id="238" name="Shape 236"/>
          <p:cNvSpPr/>
          <p:nvPr/>
        </p:nvSpPr>
        <p:spPr>
          <a:xfrm>
            <a:off x="6501384" y="1051560"/>
            <a:ext cx="192024" cy="192024"/>
          </a:xfrm>
          <a:prstGeom prst="rect">
            <a:avLst/>
          </a:prstGeom>
          <a:solidFill>
            <a:srgbClr val="D9941A"/>
          </a:solidFill>
          <a:ln w="6350">
            <a:solidFill>
              <a:srgbClr val="AAAAAA"/>
            </a:solidFill>
            <a:prstDash val="solid"/>
          </a:ln>
        </p:spPr>
      </p:sp>
      <p:sp>
        <p:nvSpPr>
          <p:cNvPr id="239" name="Shape 237"/>
          <p:cNvSpPr/>
          <p:nvPr/>
        </p:nvSpPr>
        <p:spPr>
          <a:xfrm>
            <a:off x="6693408" y="1051560"/>
            <a:ext cx="192024" cy="192024"/>
          </a:xfrm>
          <a:prstGeom prst="rect">
            <a:avLst/>
          </a:prstGeom>
          <a:solidFill>
            <a:srgbClr val="D9941A"/>
          </a:solidFill>
          <a:ln w="6350">
            <a:solidFill>
              <a:srgbClr val="AAAAAA"/>
            </a:solidFill>
            <a:prstDash val="solid"/>
          </a:ln>
        </p:spPr>
      </p:sp>
      <p:sp>
        <p:nvSpPr>
          <p:cNvPr id="240" name="Shape 238"/>
          <p:cNvSpPr/>
          <p:nvPr/>
        </p:nvSpPr>
        <p:spPr>
          <a:xfrm>
            <a:off x="6885432" y="1051560"/>
            <a:ext cx="192024" cy="192024"/>
          </a:xfrm>
          <a:prstGeom prst="rect">
            <a:avLst/>
          </a:prstGeom>
          <a:solidFill>
            <a:srgbClr val="D9941A"/>
          </a:solidFill>
          <a:ln w="6350">
            <a:solidFill>
              <a:srgbClr val="AAAAAA"/>
            </a:solidFill>
            <a:prstDash val="solid"/>
          </a:ln>
        </p:spPr>
      </p:sp>
      <p:sp>
        <p:nvSpPr>
          <p:cNvPr id="241" name="Shape 239"/>
          <p:cNvSpPr/>
          <p:nvPr/>
        </p:nvSpPr>
        <p:spPr>
          <a:xfrm>
            <a:off x="7077456" y="1051560"/>
            <a:ext cx="192024" cy="192024"/>
          </a:xfrm>
          <a:prstGeom prst="rect">
            <a:avLst/>
          </a:prstGeom>
          <a:solidFill>
            <a:srgbClr val="D9941A"/>
          </a:solidFill>
          <a:ln w="6350">
            <a:solidFill>
              <a:srgbClr val="AAAAAA"/>
            </a:solidFill>
            <a:prstDash val="solid"/>
          </a:ln>
        </p:spPr>
      </p:sp>
      <p:sp>
        <p:nvSpPr>
          <p:cNvPr id="242" name="Shape 240"/>
          <p:cNvSpPr/>
          <p:nvPr/>
        </p:nvSpPr>
        <p:spPr>
          <a:xfrm>
            <a:off x="5349240" y="1243584"/>
            <a:ext cx="1920240" cy="0"/>
          </a:xfrm>
          <a:prstGeom prst="line">
            <a:avLst/>
          </a:prstGeom>
          <a:noFill/>
          <a:ln w="12700">
            <a:solidFill>
              <a:srgbClr val="CCCCCC"/>
            </a:solidFill>
            <a:prstDash val="solid"/>
          </a:ln>
        </p:spPr>
      </p:sp>
      <p:sp>
        <p:nvSpPr>
          <p:cNvPr id="243" name="Shape 241"/>
          <p:cNvSpPr/>
          <p:nvPr/>
        </p:nvSpPr>
        <p:spPr>
          <a:xfrm>
            <a:off x="5349240" y="1243584"/>
            <a:ext cx="192024" cy="192024"/>
          </a:xfrm>
          <a:prstGeom prst="rect">
            <a:avLst/>
          </a:prstGeom>
          <a:solidFill>
            <a:srgbClr val="D9941A"/>
          </a:solidFill>
          <a:ln w="6350">
            <a:solidFill>
              <a:srgbClr val="AAAAAA"/>
            </a:solidFill>
            <a:prstDash val="solid"/>
          </a:ln>
        </p:spPr>
      </p:sp>
      <p:sp>
        <p:nvSpPr>
          <p:cNvPr id="244" name="Shape 242"/>
          <p:cNvSpPr/>
          <p:nvPr/>
        </p:nvSpPr>
        <p:spPr>
          <a:xfrm>
            <a:off x="5541264" y="1243584"/>
            <a:ext cx="192024" cy="192024"/>
          </a:xfrm>
          <a:prstGeom prst="rect">
            <a:avLst/>
          </a:prstGeom>
          <a:solidFill>
            <a:srgbClr val="D9941A"/>
          </a:solidFill>
          <a:ln w="6350">
            <a:solidFill>
              <a:srgbClr val="AAAAAA"/>
            </a:solidFill>
            <a:prstDash val="solid"/>
          </a:ln>
        </p:spPr>
      </p:sp>
      <p:sp>
        <p:nvSpPr>
          <p:cNvPr id="245" name="Shape 243"/>
          <p:cNvSpPr/>
          <p:nvPr/>
        </p:nvSpPr>
        <p:spPr>
          <a:xfrm>
            <a:off x="5733288" y="1243584"/>
            <a:ext cx="192024" cy="192024"/>
          </a:xfrm>
          <a:prstGeom prst="rect">
            <a:avLst/>
          </a:prstGeom>
          <a:solidFill>
            <a:srgbClr val="D9941A"/>
          </a:solidFill>
          <a:ln w="6350">
            <a:solidFill>
              <a:srgbClr val="AAAAAA"/>
            </a:solidFill>
            <a:prstDash val="solid"/>
          </a:ln>
        </p:spPr>
      </p:sp>
      <p:sp>
        <p:nvSpPr>
          <p:cNvPr id="246" name="Shape 244"/>
          <p:cNvSpPr/>
          <p:nvPr/>
        </p:nvSpPr>
        <p:spPr>
          <a:xfrm>
            <a:off x="5925312" y="1243584"/>
            <a:ext cx="192024" cy="192024"/>
          </a:xfrm>
          <a:prstGeom prst="rect">
            <a:avLst/>
          </a:prstGeom>
          <a:solidFill>
            <a:srgbClr val="D9941A"/>
          </a:solidFill>
          <a:ln w="6350">
            <a:solidFill>
              <a:srgbClr val="AAAAAA"/>
            </a:solidFill>
            <a:prstDash val="solid"/>
          </a:ln>
        </p:spPr>
      </p:sp>
      <p:sp>
        <p:nvSpPr>
          <p:cNvPr id="247" name="Shape 245"/>
          <p:cNvSpPr/>
          <p:nvPr/>
        </p:nvSpPr>
        <p:spPr>
          <a:xfrm>
            <a:off x="6117336" y="1243584"/>
            <a:ext cx="192024" cy="192024"/>
          </a:xfrm>
          <a:prstGeom prst="rect">
            <a:avLst/>
          </a:prstGeom>
          <a:solidFill>
            <a:srgbClr val="D9941A"/>
          </a:solidFill>
          <a:ln w="6350">
            <a:solidFill>
              <a:srgbClr val="AAAAAA"/>
            </a:solidFill>
            <a:prstDash val="solid"/>
          </a:ln>
        </p:spPr>
      </p:sp>
      <p:sp>
        <p:nvSpPr>
          <p:cNvPr id="248" name="Shape 246"/>
          <p:cNvSpPr/>
          <p:nvPr/>
        </p:nvSpPr>
        <p:spPr>
          <a:xfrm>
            <a:off x="6309360" y="1243584"/>
            <a:ext cx="192024" cy="192024"/>
          </a:xfrm>
          <a:prstGeom prst="rect">
            <a:avLst/>
          </a:prstGeom>
          <a:solidFill>
            <a:srgbClr val="D9941A"/>
          </a:solidFill>
          <a:ln w="6350">
            <a:solidFill>
              <a:srgbClr val="AAAAAA"/>
            </a:solidFill>
            <a:prstDash val="solid"/>
          </a:ln>
        </p:spPr>
      </p:sp>
      <p:sp>
        <p:nvSpPr>
          <p:cNvPr id="249" name="Shape 247"/>
          <p:cNvSpPr/>
          <p:nvPr/>
        </p:nvSpPr>
        <p:spPr>
          <a:xfrm>
            <a:off x="6501384" y="1243584"/>
            <a:ext cx="192024" cy="192024"/>
          </a:xfrm>
          <a:prstGeom prst="rect">
            <a:avLst/>
          </a:prstGeom>
          <a:solidFill>
            <a:srgbClr val="D9941A"/>
          </a:solidFill>
          <a:ln w="6350">
            <a:solidFill>
              <a:srgbClr val="AAAAAA"/>
            </a:solidFill>
            <a:prstDash val="solid"/>
          </a:ln>
        </p:spPr>
      </p:sp>
      <p:sp>
        <p:nvSpPr>
          <p:cNvPr id="250" name="Shape 248"/>
          <p:cNvSpPr/>
          <p:nvPr/>
        </p:nvSpPr>
        <p:spPr>
          <a:xfrm>
            <a:off x="6693408" y="1243584"/>
            <a:ext cx="192024" cy="192024"/>
          </a:xfrm>
          <a:prstGeom prst="rect">
            <a:avLst/>
          </a:prstGeom>
          <a:solidFill>
            <a:srgbClr val="D9941A"/>
          </a:solidFill>
          <a:ln w="6350">
            <a:solidFill>
              <a:srgbClr val="AAAAAA"/>
            </a:solidFill>
            <a:prstDash val="solid"/>
          </a:ln>
        </p:spPr>
      </p:sp>
      <p:sp>
        <p:nvSpPr>
          <p:cNvPr id="251" name="Shape 249"/>
          <p:cNvSpPr/>
          <p:nvPr/>
        </p:nvSpPr>
        <p:spPr>
          <a:xfrm>
            <a:off x="6885432" y="1243584"/>
            <a:ext cx="192024" cy="192024"/>
          </a:xfrm>
          <a:prstGeom prst="rect">
            <a:avLst/>
          </a:prstGeom>
          <a:solidFill>
            <a:srgbClr val="D9941A"/>
          </a:solidFill>
          <a:ln w="6350">
            <a:solidFill>
              <a:srgbClr val="AAAAAA"/>
            </a:solidFill>
            <a:prstDash val="solid"/>
          </a:ln>
        </p:spPr>
      </p:sp>
      <p:sp>
        <p:nvSpPr>
          <p:cNvPr id="252" name="Shape 250"/>
          <p:cNvSpPr/>
          <p:nvPr/>
        </p:nvSpPr>
        <p:spPr>
          <a:xfrm>
            <a:off x="7077456" y="1243584"/>
            <a:ext cx="192024" cy="192024"/>
          </a:xfrm>
          <a:prstGeom prst="rect">
            <a:avLst/>
          </a:prstGeom>
          <a:solidFill>
            <a:srgbClr val="D9941A"/>
          </a:solidFill>
          <a:ln w="6350">
            <a:solidFill>
              <a:srgbClr val="AAAAAA"/>
            </a:solidFill>
            <a:prstDash val="solid"/>
          </a:ln>
        </p:spPr>
      </p:sp>
      <p:sp>
        <p:nvSpPr>
          <p:cNvPr id="253" name="Shape 251"/>
          <p:cNvSpPr/>
          <p:nvPr/>
        </p:nvSpPr>
        <p:spPr>
          <a:xfrm>
            <a:off x="5349240" y="1435608"/>
            <a:ext cx="1920240" cy="0"/>
          </a:xfrm>
          <a:prstGeom prst="line">
            <a:avLst/>
          </a:prstGeom>
          <a:noFill/>
          <a:ln w="12700">
            <a:solidFill>
              <a:srgbClr val="CCCCCC"/>
            </a:solidFill>
            <a:prstDash val="solid"/>
          </a:ln>
        </p:spPr>
      </p:sp>
      <p:sp>
        <p:nvSpPr>
          <p:cNvPr id="254" name="Shape 252"/>
          <p:cNvSpPr/>
          <p:nvPr/>
        </p:nvSpPr>
        <p:spPr>
          <a:xfrm>
            <a:off x="5349240" y="1435608"/>
            <a:ext cx="192024" cy="192024"/>
          </a:xfrm>
          <a:prstGeom prst="rect">
            <a:avLst/>
          </a:prstGeom>
          <a:solidFill>
            <a:srgbClr val="D9941A"/>
          </a:solidFill>
          <a:ln w="6350">
            <a:solidFill>
              <a:srgbClr val="AAAAAA"/>
            </a:solidFill>
            <a:prstDash val="solid"/>
          </a:ln>
        </p:spPr>
      </p:sp>
      <p:sp>
        <p:nvSpPr>
          <p:cNvPr id="255" name="Shape 253"/>
          <p:cNvSpPr/>
          <p:nvPr/>
        </p:nvSpPr>
        <p:spPr>
          <a:xfrm>
            <a:off x="5541264" y="1435608"/>
            <a:ext cx="192024" cy="192024"/>
          </a:xfrm>
          <a:prstGeom prst="rect">
            <a:avLst/>
          </a:prstGeom>
          <a:solidFill>
            <a:srgbClr val="D9941A"/>
          </a:solidFill>
          <a:ln w="6350">
            <a:solidFill>
              <a:srgbClr val="AAAAAA"/>
            </a:solidFill>
            <a:prstDash val="solid"/>
          </a:ln>
        </p:spPr>
      </p:sp>
      <p:sp>
        <p:nvSpPr>
          <p:cNvPr id="256" name="Shape 254"/>
          <p:cNvSpPr/>
          <p:nvPr/>
        </p:nvSpPr>
        <p:spPr>
          <a:xfrm>
            <a:off x="5733288" y="1435608"/>
            <a:ext cx="192024" cy="192024"/>
          </a:xfrm>
          <a:prstGeom prst="rect">
            <a:avLst/>
          </a:prstGeom>
          <a:solidFill>
            <a:srgbClr val="D9941A"/>
          </a:solidFill>
          <a:ln w="6350">
            <a:solidFill>
              <a:srgbClr val="AAAAAA"/>
            </a:solidFill>
            <a:prstDash val="solid"/>
          </a:ln>
        </p:spPr>
      </p:sp>
      <p:sp>
        <p:nvSpPr>
          <p:cNvPr id="257" name="Shape 255"/>
          <p:cNvSpPr/>
          <p:nvPr/>
        </p:nvSpPr>
        <p:spPr>
          <a:xfrm>
            <a:off x="5925312" y="1435608"/>
            <a:ext cx="192024" cy="192024"/>
          </a:xfrm>
          <a:prstGeom prst="rect">
            <a:avLst/>
          </a:prstGeom>
          <a:solidFill>
            <a:srgbClr val="D9941A"/>
          </a:solidFill>
          <a:ln w="6350">
            <a:solidFill>
              <a:srgbClr val="AAAAAA"/>
            </a:solidFill>
            <a:prstDash val="solid"/>
          </a:ln>
        </p:spPr>
      </p:sp>
      <p:sp>
        <p:nvSpPr>
          <p:cNvPr id="258" name="Shape 256"/>
          <p:cNvSpPr/>
          <p:nvPr/>
        </p:nvSpPr>
        <p:spPr>
          <a:xfrm>
            <a:off x="6117336" y="1435608"/>
            <a:ext cx="192024" cy="192024"/>
          </a:xfrm>
          <a:prstGeom prst="rect">
            <a:avLst/>
          </a:prstGeom>
          <a:solidFill>
            <a:srgbClr val="D9941A"/>
          </a:solidFill>
          <a:ln w="6350">
            <a:solidFill>
              <a:srgbClr val="AAAAAA"/>
            </a:solidFill>
            <a:prstDash val="solid"/>
          </a:ln>
        </p:spPr>
      </p:sp>
      <p:sp>
        <p:nvSpPr>
          <p:cNvPr id="259" name="Shape 257"/>
          <p:cNvSpPr/>
          <p:nvPr/>
        </p:nvSpPr>
        <p:spPr>
          <a:xfrm>
            <a:off x="6309360" y="1435608"/>
            <a:ext cx="192024" cy="192024"/>
          </a:xfrm>
          <a:prstGeom prst="rect">
            <a:avLst/>
          </a:prstGeom>
          <a:solidFill>
            <a:srgbClr val="D9941A"/>
          </a:solidFill>
          <a:ln w="6350">
            <a:solidFill>
              <a:srgbClr val="AAAAAA"/>
            </a:solidFill>
            <a:prstDash val="solid"/>
          </a:ln>
        </p:spPr>
      </p:sp>
      <p:sp>
        <p:nvSpPr>
          <p:cNvPr id="260" name="Shape 258"/>
          <p:cNvSpPr/>
          <p:nvPr/>
        </p:nvSpPr>
        <p:spPr>
          <a:xfrm>
            <a:off x="6501384" y="1435608"/>
            <a:ext cx="192024" cy="192024"/>
          </a:xfrm>
          <a:prstGeom prst="rect">
            <a:avLst/>
          </a:prstGeom>
          <a:solidFill>
            <a:srgbClr val="D9941A"/>
          </a:solidFill>
          <a:ln w="6350">
            <a:solidFill>
              <a:srgbClr val="AAAAAA"/>
            </a:solidFill>
            <a:prstDash val="solid"/>
          </a:ln>
        </p:spPr>
      </p:sp>
      <p:sp>
        <p:nvSpPr>
          <p:cNvPr id="261" name="Shape 259"/>
          <p:cNvSpPr/>
          <p:nvPr/>
        </p:nvSpPr>
        <p:spPr>
          <a:xfrm>
            <a:off x="6693408" y="1435608"/>
            <a:ext cx="192024" cy="192024"/>
          </a:xfrm>
          <a:prstGeom prst="rect">
            <a:avLst/>
          </a:prstGeom>
          <a:solidFill>
            <a:srgbClr val="D9941A"/>
          </a:solidFill>
          <a:ln w="6350">
            <a:solidFill>
              <a:srgbClr val="AAAAAA"/>
            </a:solidFill>
            <a:prstDash val="solid"/>
          </a:ln>
        </p:spPr>
      </p:sp>
      <p:sp>
        <p:nvSpPr>
          <p:cNvPr id="262" name="Shape 260"/>
          <p:cNvSpPr/>
          <p:nvPr/>
        </p:nvSpPr>
        <p:spPr>
          <a:xfrm>
            <a:off x="6885432" y="1435608"/>
            <a:ext cx="192024" cy="192024"/>
          </a:xfrm>
          <a:prstGeom prst="rect">
            <a:avLst/>
          </a:prstGeom>
          <a:solidFill>
            <a:srgbClr val="D9941A"/>
          </a:solidFill>
          <a:ln w="6350">
            <a:solidFill>
              <a:srgbClr val="AAAAAA"/>
            </a:solidFill>
            <a:prstDash val="solid"/>
          </a:ln>
        </p:spPr>
      </p:sp>
      <p:sp>
        <p:nvSpPr>
          <p:cNvPr id="263" name="Shape 261"/>
          <p:cNvSpPr/>
          <p:nvPr/>
        </p:nvSpPr>
        <p:spPr>
          <a:xfrm>
            <a:off x="7077456" y="1435608"/>
            <a:ext cx="192024" cy="192024"/>
          </a:xfrm>
          <a:prstGeom prst="rect">
            <a:avLst/>
          </a:prstGeom>
          <a:solidFill>
            <a:srgbClr val="D9941A"/>
          </a:solidFill>
          <a:ln w="6350">
            <a:solidFill>
              <a:srgbClr val="AAAAAA"/>
            </a:solidFill>
            <a:prstDash val="solid"/>
          </a:ln>
        </p:spPr>
      </p:sp>
      <p:sp>
        <p:nvSpPr>
          <p:cNvPr id="264" name="Shape 262"/>
          <p:cNvSpPr/>
          <p:nvPr/>
        </p:nvSpPr>
        <p:spPr>
          <a:xfrm>
            <a:off x="5349240" y="1627632"/>
            <a:ext cx="1920240" cy="0"/>
          </a:xfrm>
          <a:prstGeom prst="line">
            <a:avLst/>
          </a:prstGeom>
          <a:noFill/>
          <a:ln w="12700">
            <a:solidFill>
              <a:srgbClr val="CCCCCC"/>
            </a:solidFill>
            <a:prstDash val="solid"/>
          </a:ln>
        </p:spPr>
      </p:sp>
      <p:sp>
        <p:nvSpPr>
          <p:cNvPr id="265" name="Shape 263"/>
          <p:cNvSpPr/>
          <p:nvPr/>
        </p:nvSpPr>
        <p:spPr>
          <a:xfrm>
            <a:off x="5349240" y="1627632"/>
            <a:ext cx="192024" cy="192024"/>
          </a:xfrm>
          <a:prstGeom prst="rect">
            <a:avLst/>
          </a:prstGeom>
          <a:solidFill>
            <a:srgbClr val="D9941A"/>
          </a:solidFill>
          <a:ln w="6350">
            <a:solidFill>
              <a:srgbClr val="AAAAAA"/>
            </a:solidFill>
            <a:prstDash val="solid"/>
          </a:ln>
        </p:spPr>
      </p:sp>
      <p:sp>
        <p:nvSpPr>
          <p:cNvPr id="266" name="Shape 264"/>
          <p:cNvSpPr/>
          <p:nvPr/>
        </p:nvSpPr>
        <p:spPr>
          <a:xfrm>
            <a:off x="5541264" y="1627632"/>
            <a:ext cx="192024" cy="192024"/>
          </a:xfrm>
          <a:prstGeom prst="rect">
            <a:avLst/>
          </a:prstGeom>
          <a:solidFill>
            <a:srgbClr val="D9941A"/>
          </a:solidFill>
          <a:ln w="6350">
            <a:solidFill>
              <a:srgbClr val="AAAAAA"/>
            </a:solidFill>
            <a:prstDash val="solid"/>
          </a:ln>
        </p:spPr>
      </p:sp>
      <p:sp>
        <p:nvSpPr>
          <p:cNvPr id="267" name="Shape 265"/>
          <p:cNvSpPr/>
          <p:nvPr/>
        </p:nvSpPr>
        <p:spPr>
          <a:xfrm>
            <a:off x="5733288" y="1627632"/>
            <a:ext cx="192024" cy="192024"/>
          </a:xfrm>
          <a:prstGeom prst="rect">
            <a:avLst/>
          </a:prstGeom>
          <a:solidFill>
            <a:srgbClr val="D9941A"/>
          </a:solidFill>
          <a:ln w="6350">
            <a:solidFill>
              <a:srgbClr val="AAAAAA"/>
            </a:solidFill>
            <a:prstDash val="solid"/>
          </a:ln>
        </p:spPr>
      </p:sp>
      <p:sp>
        <p:nvSpPr>
          <p:cNvPr id="268" name="Shape 266"/>
          <p:cNvSpPr/>
          <p:nvPr/>
        </p:nvSpPr>
        <p:spPr>
          <a:xfrm>
            <a:off x="5925312" y="1627632"/>
            <a:ext cx="192024" cy="192024"/>
          </a:xfrm>
          <a:prstGeom prst="rect">
            <a:avLst/>
          </a:prstGeom>
          <a:solidFill>
            <a:srgbClr val="D9941A"/>
          </a:solidFill>
          <a:ln w="6350">
            <a:solidFill>
              <a:srgbClr val="AAAAAA"/>
            </a:solidFill>
            <a:prstDash val="solid"/>
          </a:ln>
        </p:spPr>
      </p:sp>
      <p:sp>
        <p:nvSpPr>
          <p:cNvPr id="269" name="Shape 267"/>
          <p:cNvSpPr/>
          <p:nvPr/>
        </p:nvSpPr>
        <p:spPr>
          <a:xfrm>
            <a:off x="6117336" y="1627632"/>
            <a:ext cx="192024" cy="192024"/>
          </a:xfrm>
          <a:prstGeom prst="rect">
            <a:avLst/>
          </a:prstGeom>
          <a:solidFill>
            <a:srgbClr val="D9941A"/>
          </a:solidFill>
          <a:ln w="6350">
            <a:solidFill>
              <a:srgbClr val="AAAAAA"/>
            </a:solidFill>
            <a:prstDash val="solid"/>
          </a:ln>
        </p:spPr>
      </p:sp>
      <p:sp>
        <p:nvSpPr>
          <p:cNvPr id="270" name="Shape 268"/>
          <p:cNvSpPr/>
          <p:nvPr/>
        </p:nvSpPr>
        <p:spPr>
          <a:xfrm>
            <a:off x="6309360" y="1627632"/>
            <a:ext cx="192024" cy="192024"/>
          </a:xfrm>
          <a:prstGeom prst="rect">
            <a:avLst/>
          </a:prstGeom>
          <a:solidFill>
            <a:srgbClr val="D9941A"/>
          </a:solidFill>
          <a:ln w="6350">
            <a:solidFill>
              <a:srgbClr val="AAAAAA"/>
            </a:solidFill>
            <a:prstDash val="solid"/>
          </a:ln>
        </p:spPr>
      </p:sp>
      <p:sp>
        <p:nvSpPr>
          <p:cNvPr id="271" name="Shape 269"/>
          <p:cNvSpPr/>
          <p:nvPr/>
        </p:nvSpPr>
        <p:spPr>
          <a:xfrm>
            <a:off x="6501384" y="1627632"/>
            <a:ext cx="192024" cy="192024"/>
          </a:xfrm>
          <a:prstGeom prst="rect">
            <a:avLst/>
          </a:prstGeom>
          <a:solidFill>
            <a:srgbClr val="D9941A"/>
          </a:solidFill>
          <a:ln w="6350">
            <a:solidFill>
              <a:srgbClr val="AAAAAA"/>
            </a:solidFill>
            <a:prstDash val="solid"/>
          </a:ln>
        </p:spPr>
      </p:sp>
      <p:sp>
        <p:nvSpPr>
          <p:cNvPr id="272" name="Shape 270"/>
          <p:cNvSpPr/>
          <p:nvPr/>
        </p:nvSpPr>
        <p:spPr>
          <a:xfrm>
            <a:off x="6693408" y="1627632"/>
            <a:ext cx="192024" cy="192024"/>
          </a:xfrm>
          <a:prstGeom prst="rect">
            <a:avLst/>
          </a:prstGeom>
          <a:solidFill>
            <a:srgbClr val="D9941A"/>
          </a:solidFill>
          <a:ln w="6350">
            <a:solidFill>
              <a:srgbClr val="AAAAAA"/>
            </a:solidFill>
            <a:prstDash val="solid"/>
          </a:ln>
        </p:spPr>
      </p:sp>
      <p:sp>
        <p:nvSpPr>
          <p:cNvPr id="273" name="Shape 271"/>
          <p:cNvSpPr/>
          <p:nvPr/>
        </p:nvSpPr>
        <p:spPr>
          <a:xfrm>
            <a:off x="6885432" y="1627632"/>
            <a:ext cx="192024" cy="192024"/>
          </a:xfrm>
          <a:prstGeom prst="rect">
            <a:avLst/>
          </a:prstGeom>
          <a:solidFill>
            <a:srgbClr val="D9941A"/>
          </a:solidFill>
          <a:ln w="6350">
            <a:solidFill>
              <a:srgbClr val="AAAAAA"/>
            </a:solidFill>
            <a:prstDash val="solid"/>
          </a:ln>
        </p:spPr>
      </p:sp>
      <p:sp>
        <p:nvSpPr>
          <p:cNvPr id="274" name="Shape 272"/>
          <p:cNvSpPr/>
          <p:nvPr/>
        </p:nvSpPr>
        <p:spPr>
          <a:xfrm>
            <a:off x="7077456" y="1627632"/>
            <a:ext cx="192024" cy="192024"/>
          </a:xfrm>
          <a:prstGeom prst="rect">
            <a:avLst/>
          </a:prstGeom>
          <a:solidFill>
            <a:srgbClr val="D9941A"/>
          </a:solidFill>
          <a:ln w="6350">
            <a:solidFill>
              <a:srgbClr val="AAAAAA"/>
            </a:solidFill>
            <a:prstDash val="solid"/>
          </a:ln>
        </p:spPr>
      </p:sp>
      <p:sp>
        <p:nvSpPr>
          <p:cNvPr id="275" name="Shape 273"/>
          <p:cNvSpPr/>
          <p:nvPr/>
        </p:nvSpPr>
        <p:spPr>
          <a:xfrm>
            <a:off x="5349240" y="1819656"/>
            <a:ext cx="1920240" cy="0"/>
          </a:xfrm>
          <a:prstGeom prst="line">
            <a:avLst/>
          </a:prstGeom>
          <a:noFill/>
          <a:ln w="12700">
            <a:solidFill>
              <a:srgbClr val="CCCCCC"/>
            </a:solidFill>
            <a:prstDash val="solid"/>
          </a:ln>
        </p:spPr>
      </p:sp>
      <p:sp>
        <p:nvSpPr>
          <p:cNvPr id="276" name="Shape 274"/>
          <p:cNvSpPr/>
          <p:nvPr/>
        </p:nvSpPr>
        <p:spPr>
          <a:xfrm>
            <a:off x="5349240" y="1819656"/>
            <a:ext cx="192024" cy="192024"/>
          </a:xfrm>
          <a:prstGeom prst="rect">
            <a:avLst/>
          </a:prstGeom>
          <a:solidFill>
            <a:srgbClr val="D9941A"/>
          </a:solidFill>
          <a:ln w="6350">
            <a:solidFill>
              <a:srgbClr val="AAAAAA"/>
            </a:solidFill>
            <a:prstDash val="solid"/>
          </a:ln>
        </p:spPr>
      </p:sp>
      <p:sp>
        <p:nvSpPr>
          <p:cNvPr id="277" name="Shape 275"/>
          <p:cNvSpPr/>
          <p:nvPr/>
        </p:nvSpPr>
        <p:spPr>
          <a:xfrm>
            <a:off x="5541264" y="1819656"/>
            <a:ext cx="192024" cy="192024"/>
          </a:xfrm>
          <a:prstGeom prst="rect">
            <a:avLst/>
          </a:prstGeom>
          <a:solidFill>
            <a:srgbClr val="D9941A"/>
          </a:solidFill>
          <a:ln w="6350">
            <a:solidFill>
              <a:srgbClr val="AAAAAA"/>
            </a:solidFill>
            <a:prstDash val="solid"/>
          </a:ln>
        </p:spPr>
      </p:sp>
      <p:sp>
        <p:nvSpPr>
          <p:cNvPr id="278" name="Shape 276"/>
          <p:cNvSpPr/>
          <p:nvPr/>
        </p:nvSpPr>
        <p:spPr>
          <a:xfrm>
            <a:off x="5733288" y="1819656"/>
            <a:ext cx="192024" cy="192024"/>
          </a:xfrm>
          <a:prstGeom prst="rect">
            <a:avLst/>
          </a:prstGeom>
          <a:solidFill>
            <a:srgbClr val="D9941A"/>
          </a:solidFill>
          <a:ln w="6350">
            <a:solidFill>
              <a:srgbClr val="AAAAAA"/>
            </a:solidFill>
            <a:prstDash val="solid"/>
          </a:ln>
        </p:spPr>
      </p:sp>
      <p:sp>
        <p:nvSpPr>
          <p:cNvPr id="279" name="Shape 277"/>
          <p:cNvSpPr/>
          <p:nvPr/>
        </p:nvSpPr>
        <p:spPr>
          <a:xfrm>
            <a:off x="5925312" y="1819656"/>
            <a:ext cx="192024" cy="192024"/>
          </a:xfrm>
          <a:prstGeom prst="rect">
            <a:avLst/>
          </a:prstGeom>
          <a:solidFill>
            <a:srgbClr val="D9941A"/>
          </a:solidFill>
          <a:ln w="6350">
            <a:solidFill>
              <a:srgbClr val="AAAAAA"/>
            </a:solidFill>
            <a:prstDash val="solid"/>
          </a:ln>
        </p:spPr>
      </p:sp>
      <p:sp>
        <p:nvSpPr>
          <p:cNvPr id="280" name="Shape 278"/>
          <p:cNvSpPr/>
          <p:nvPr/>
        </p:nvSpPr>
        <p:spPr>
          <a:xfrm>
            <a:off x="6117336" y="1819656"/>
            <a:ext cx="192024" cy="192024"/>
          </a:xfrm>
          <a:prstGeom prst="rect">
            <a:avLst/>
          </a:prstGeom>
          <a:solidFill>
            <a:srgbClr val="D9941A"/>
          </a:solidFill>
          <a:ln w="6350">
            <a:solidFill>
              <a:srgbClr val="AAAAAA"/>
            </a:solidFill>
            <a:prstDash val="solid"/>
          </a:ln>
        </p:spPr>
      </p:sp>
      <p:sp>
        <p:nvSpPr>
          <p:cNvPr id="281" name="Shape 279"/>
          <p:cNvSpPr/>
          <p:nvPr/>
        </p:nvSpPr>
        <p:spPr>
          <a:xfrm>
            <a:off x="6309360" y="1819656"/>
            <a:ext cx="192024" cy="192024"/>
          </a:xfrm>
          <a:prstGeom prst="rect">
            <a:avLst/>
          </a:prstGeom>
          <a:solidFill>
            <a:srgbClr val="D9941A"/>
          </a:solidFill>
          <a:ln w="6350">
            <a:solidFill>
              <a:srgbClr val="AAAAAA"/>
            </a:solidFill>
            <a:prstDash val="solid"/>
          </a:ln>
        </p:spPr>
      </p:sp>
      <p:sp>
        <p:nvSpPr>
          <p:cNvPr id="282" name="Shape 280"/>
          <p:cNvSpPr/>
          <p:nvPr/>
        </p:nvSpPr>
        <p:spPr>
          <a:xfrm>
            <a:off x="6501384" y="1819656"/>
            <a:ext cx="192024" cy="192024"/>
          </a:xfrm>
          <a:prstGeom prst="rect">
            <a:avLst/>
          </a:prstGeom>
          <a:solidFill>
            <a:srgbClr val="D9941A"/>
          </a:solidFill>
          <a:ln w="6350">
            <a:solidFill>
              <a:srgbClr val="AAAAAA"/>
            </a:solidFill>
            <a:prstDash val="solid"/>
          </a:ln>
        </p:spPr>
      </p:sp>
      <p:sp>
        <p:nvSpPr>
          <p:cNvPr id="283" name="Shape 281"/>
          <p:cNvSpPr/>
          <p:nvPr/>
        </p:nvSpPr>
        <p:spPr>
          <a:xfrm>
            <a:off x="6693408" y="1819656"/>
            <a:ext cx="192024" cy="192024"/>
          </a:xfrm>
          <a:prstGeom prst="rect">
            <a:avLst/>
          </a:prstGeom>
          <a:solidFill>
            <a:srgbClr val="D9941A"/>
          </a:solidFill>
          <a:ln w="6350">
            <a:solidFill>
              <a:srgbClr val="AAAAAA"/>
            </a:solidFill>
            <a:prstDash val="solid"/>
          </a:ln>
        </p:spPr>
      </p:sp>
      <p:sp>
        <p:nvSpPr>
          <p:cNvPr id="284" name="Shape 282"/>
          <p:cNvSpPr/>
          <p:nvPr/>
        </p:nvSpPr>
        <p:spPr>
          <a:xfrm>
            <a:off x="6885432" y="1819656"/>
            <a:ext cx="192024" cy="192024"/>
          </a:xfrm>
          <a:prstGeom prst="rect">
            <a:avLst/>
          </a:prstGeom>
          <a:solidFill>
            <a:srgbClr val="D9941A"/>
          </a:solidFill>
          <a:ln w="6350">
            <a:solidFill>
              <a:srgbClr val="AAAAAA"/>
            </a:solidFill>
            <a:prstDash val="solid"/>
          </a:ln>
        </p:spPr>
      </p:sp>
      <p:sp>
        <p:nvSpPr>
          <p:cNvPr id="285" name="Shape 283"/>
          <p:cNvSpPr/>
          <p:nvPr/>
        </p:nvSpPr>
        <p:spPr>
          <a:xfrm>
            <a:off x="7077456" y="1819656"/>
            <a:ext cx="192024" cy="192024"/>
          </a:xfrm>
          <a:prstGeom prst="rect">
            <a:avLst/>
          </a:prstGeom>
          <a:solidFill>
            <a:srgbClr val="D9941A"/>
          </a:solidFill>
          <a:ln w="6350">
            <a:solidFill>
              <a:srgbClr val="AAAAAA"/>
            </a:solidFill>
            <a:prstDash val="solid"/>
          </a:ln>
        </p:spPr>
      </p:sp>
      <p:sp>
        <p:nvSpPr>
          <p:cNvPr id="286" name="Shape 284"/>
          <p:cNvSpPr/>
          <p:nvPr/>
        </p:nvSpPr>
        <p:spPr>
          <a:xfrm>
            <a:off x="5349240" y="2011680"/>
            <a:ext cx="1920240" cy="0"/>
          </a:xfrm>
          <a:prstGeom prst="line">
            <a:avLst/>
          </a:prstGeom>
          <a:noFill/>
          <a:ln w="12700">
            <a:solidFill>
              <a:srgbClr val="CCCCCC"/>
            </a:solidFill>
            <a:prstDash val="solid"/>
          </a:ln>
        </p:spPr>
      </p:sp>
      <p:sp>
        <p:nvSpPr>
          <p:cNvPr id="287" name="Shape 285"/>
          <p:cNvSpPr/>
          <p:nvPr/>
        </p:nvSpPr>
        <p:spPr>
          <a:xfrm>
            <a:off x="5349240" y="2011680"/>
            <a:ext cx="192024" cy="192024"/>
          </a:xfrm>
          <a:prstGeom prst="rect">
            <a:avLst/>
          </a:prstGeom>
          <a:solidFill>
            <a:srgbClr val="D9941A"/>
          </a:solidFill>
          <a:ln w="6350">
            <a:solidFill>
              <a:srgbClr val="AAAAAA"/>
            </a:solidFill>
            <a:prstDash val="solid"/>
          </a:ln>
        </p:spPr>
      </p:sp>
      <p:sp>
        <p:nvSpPr>
          <p:cNvPr id="288" name="Shape 286"/>
          <p:cNvSpPr/>
          <p:nvPr/>
        </p:nvSpPr>
        <p:spPr>
          <a:xfrm>
            <a:off x="5541264" y="2011680"/>
            <a:ext cx="192024" cy="192024"/>
          </a:xfrm>
          <a:prstGeom prst="rect">
            <a:avLst/>
          </a:prstGeom>
          <a:solidFill>
            <a:srgbClr val="D9941A"/>
          </a:solidFill>
          <a:ln w="6350">
            <a:solidFill>
              <a:srgbClr val="AAAAAA"/>
            </a:solidFill>
            <a:prstDash val="solid"/>
          </a:ln>
        </p:spPr>
      </p:sp>
      <p:sp>
        <p:nvSpPr>
          <p:cNvPr id="289" name="Shape 287"/>
          <p:cNvSpPr/>
          <p:nvPr/>
        </p:nvSpPr>
        <p:spPr>
          <a:xfrm>
            <a:off x="5733288" y="2011680"/>
            <a:ext cx="192024" cy="192024"/>
          </a:xfrm>
          <a:prstGeom prst="rect">
            <a:avLst/>
          </a:prstGeom>
          <a:solidFill>
            <a:srgbClr val="D9941A"/>
          </a:solidFill>
          <a:ln w="6350">
            <a:solidFill>
              <a:srgbClr val="AAAAAA"/>
            </a:solidFill>
            <a:prstDash val="solid"/>
          </a:ln>
        </p:spPr>
      </p:sp>
      <p:sp>
        <p:nvSpPr>
          <p:cNvPr id="290" name="Shape 288"/>
          <p:cNvSpPr/>
          <p:nvPr/>
        </p:nvSpPr>
        <p:spPr>
          <a:xfrm>
            <a:off x="5925312" y="2011680"/>
            <a:ext cx="192024" cy="192024"/>
          </a:xfrm>
          <a:prstGeom prst="rect">
            <a:avLst/>
          </a:prstGeom>
          <a:solidFill>
            <a:srgbClr val="D9941A"/>
          </a:solidFill>
          <a:ln w="6350">
            <a:solidFill>
              <a:srgbClr val="AAAAAA"/>
            </a:solidFill>
            <a:prstDash val="solid"/>
          </a:ln>
        </p:spPr>
      </p:sp>
      <p:sp>
        <p:nvSpPr>
          <p:cNvPr id="291" name="Shape 289"/>
          <p:cNvSpPr/>
          <p:nvPr/>
        </p:nvSpPr>
        <p:spPr>
          <a:xfrm>
            <a:off x="6117336" y="2011680"/>
            <a:ext cx="192024" cy="192024"/>
          </a:xfrm>
          <a:prstGeom prst="rect">
            <a:avLst/>
          </a:prstGeom>
          <a:solidFill>
            <a:srgbClr val="D9941A"/>
          </a:solidFill>
          <a:ln w="6350">
            <a:solidFill>
              <a:srgbClr val="AAAAAA"/>
            </a:solidFill>
            <a:prstDash val="solid"/>
          </a:ln>
        </p:spPr>
      </p:sp>
      <p:sp>
        <p:nvSpPr>
          <p:cNvPr id="292" name="Shape 290"/>
          <p:cNvSpPr/>
          <p:nvPr/>
        </p:nvSpPr>
        <p:spPr>
          <a:xfrm>
            <a:off x="6309360" y="2011680"/>
            <a:ext cx="192024" cy="192024"/>
          </a:xfrm>
          <a:prstGeom prst="rect">
            <a:avLst/>
          </a:prstGeom>
          <a:solidFill>
            <a:srgbClr val="D9941A"/>
          </a:solidFill>
          <a:ln w="6350">
            <a:solidFill>
              <a:srgbClr val="AAAAAA"/>
            </a:solidFill>
            <a:prstDash val="solid"/>
          </a:ln>
        </p:spPr>
      </p:sp>
      <p:sp>
        <p:nvSpPr>
          <p:cNvPr id="293" name="Shape 291"/>
          <p:cNvSpPr/>
          <p:nvPr/>
        </p:nvSpPr>
        <p:spPr>
          <a:xfrm>
            <a:off x="6501384" y="2011680"/>
            <a:ext cx="192024" cy="192024"/>
          </a:xfrm>
          <a:prstGeom prst="rect">
            <a:avLst/>
          </a:prstGeom>
          <a:solidFill>
            <a:srgbClr val="D9941A"/>
          </a:solidFill>
          <a:ln w="6350">
            <a:solidFill>
              <a:srgbClr val="AAAAAA"/>
            </a:solidFill>
            <a:prstDash val="solid"/>
          </a:ln>
        </p:spPr>
      </p:sp>
      <p:sp>
        <p:nvSpPr>
          <p:cNvPr id="294" name="Shape 292"/>
          <p:cNvSpPr/>
          <p:nvPr/>
        </p:nvSpPr>
        <p:spPr>
          <a:xfrm>
            <a:off x="6693408" y="2011680"/>
            <a:ext cx="192024" cy="192024"/>
          </a:xfrm>
          <a:prstGeom prst="rect">
            <a:avLst/>
          </a:prstGeom>
          <a:solidFill>
            <a:srgbClr val="D9941A"/>
          </a:solidFill>
          <a:ln w="6350">
            <a:solidFill>
              <a:srgbClr val="AAAAAA"/>
            </a:solidFill>
            <a:prstDash val="solid"/>
          </a:ln>
        </p:spPr>
      </p:sp>
      <p:sp>
        <p:nvSpPr>
          <p:cNvPr id="295" name="Shape 293"/>
          <p:cNvSpPr/>
          <p:nvPr/>
        </p:nvSpPr>
        <p:spPr>
          <a:xfrm>
            <a:off x="6885432" y="2011680"/>
            <a:ext cx="192024" cy="192024"/>
          </a:xfrm>
          <a:prstGeom prst="rect">
            <a:avLst/>
          </a:prstGeom>
          <a:solidFill>
            <a:srgbClr val="D9941A"/>
          </a:solidFill>
          <a:ln w="6350">
            <a:solidFill>
              <a:srgbClr val="AAAAAA"/>
            </a:solidFill>
            <a:prstDash val="solid"/>
          </a:ln>
        </p:spPr>
      </p:sp>
      <p:sp>
        <p:nvSpPr>
          <p:cNvPr id="296" name="Shape 294"/>
          <p:cNvSpPr/>
          <p:nvPr/>
        </p:nvSpPr>
        <p:spPr>
          <a:xfrm>
            <a:off x="7077456" y="2011680"/>
            <a:ext cx="192024" cy="192024"/>
          </a:xfrm>
          <a:prstGeom prst="rect">
            <a:avLst/>
          </a:prstGeom>
          <a:solidFill>
            <a:srgbClr val="D9941A"/>
          </a:solidFill>
          <a:ln w="6350">
            <a:solidFill>
              <a:srgbClr val="AAAAAA"/>
            </a:solidFill>
            <a:prstDash val="solid"/>
          </a:ln>
        </p:spPr>
      </p:sp>
      <p:sp>
        <p:nvSpPr>
          <p:cNvPr id="297" name="Shape 295"/>
          <p:cNvSpPr/>
          <p:nvPr/>
        </p:nvSpPr>
        <p:spPr>
          <a:xfrm>
            <a:off x="5349240" y="2203704"/>
            <a:ext cx="1920240" cy="0"/>
          </a:xfrm>
          <a:prstGeom prst="line">
            <a:avLst/>
          </a:prstGeom>
          <a:noFill/>
          <a:ln w="12700">
            <a:solidFill>
              <a:srgbClr val="CCCCCC"/>
            </a:solidFill>
            <a:prstDash val="solid"/>
          </a:ln>
        </p:spPr>
      </p:sp>
      <p:sp>
        <p:nvSpPr>
          <p:cNvPr id="298" name="Shape 296"/>
          <p:cNvSpPr/>
          <p:nvPr/>
        </p:nvSpPr>
        <p:spPr>
          <a:xfrm>
            <a:off x="5349240" y="2203704"/>
            <a:ext cx="192024" cy="192024"/>
          </a:xfrm>
          <a:prstGeom prst="rect">
            <a:avLst/>
          </a:prstGeom>
          <a:solidFill>
            <a:srgbClr val="D9941A"/>
          </a:solidFill>
          <a:ln w="6350">
            <a:solidFill>
              <a:srgbClr val="AAAAAA"/>
            </a:solidFill>
            <a:prstDash val="solid"/>
          </a:ln>
        </p:spPr>
      </p:sp>
      <p:sp>
        <p:nvSpPr>
          <p:cNvPr id="299" name="Shape 297"/>
          <p:cNvSpPr/>
          <p:nvPr/>
        </p:nvSpPr>
        <p:spPr>
          <a:xfrm>
            <a:off x="5541264" y="2203704"/>
            <a:ext cx="192024" cy="192024"/>
          </a:xfrm>
          <a:prstGeom prst="rect">
            <a:avLst/>
          </a:prstGeom>
          <a:solidFill>
            <a:srgbClr val="D9941A"/>
          </a:solidFill>
          <a:ln w="6350">
            <a:solidFill>
              <a:srgbClr val="AAAAAA"/>
            </a:solidFill>
            <a:prstDash val="solid"/>
          </a:ln>
        </p:spPr>
      </p:sp>
      <p:sp>
        <p:nvSpPr>
          <p:cNvPr id="300" name="Shape 298"/>
          <p:cNvSpPr/>
          <p:nvPr/>
        </p:nvSpPr>
        <p:spPr>
          <a:xfrm>
            <a:off x="5733288" y="2203704"/>
            <a:ext cx="192024" cy="192024"/>
          </a:xfrm>
          <a:prstGeom prst="rect">
            <a:avLst/>
          </a:prstGeom>
          <a:solidFill>
            <a:srgbClr val="D9941A"/>
          </a:solidFill>
          <a:ln w="6350">
            <a:solidFill>
              <a:srgbClr val="AAAAAA"/>
            </a:solidFill>
            <a:prstDash val="solid"/>
          </a:ln>
        </p:spPr>
      </p:sp>
      <p:sp>
        <p:nvSpPr>
          <p:cNvPr id="301" name="Shape 299"/>
          <p:cNvSpPr/>
          <p:nvPr/>
        </p:nvSpPr>
        <p:spPr>
          <a:xfrm>
            <a:off x="5925312" y="2203704"/>
            <a:ext cx="192024" cy="192024"/>
          </a:xfrm>
          <a:prstGeom prst="rect">
            <a:avLst/>
          </a:prstGeom>
          <a:solidFill>
            <a:srgbClr val="D9941A"/>
          </a:solidFill>
          <a:ln w="6350">
            <a:solidFill>
              <a:srgbClr val="AAAAAA"/>
            </a:solidFill>
            <a:prstDash val="solid"/>
          </a:ln>
        </p:spPr>
      </p:sp>
      <p:sp>
        <p:nvSpPr>
          <p:cNvPr id="302" name="Shape 300"/>
          <p:cNvSpPr/>
          <p:nvPr/>
        </p:nvSpPr>
        <p:spPr>
          <a:xfrm>
            <a:off x="6117336" y="2203704"/>
            <a:ext cx="192024" cy="192024"/>
          </a:xfrm>
          <a:prstGeom prst="rect">
            <a:avLst/>
          </a:prstGeom>
          <a:solidFill>
            <a:srgbClr val="D9941A"/>
          </a:solidFill>
          <a:ln w="6350">
            <a:solidFill>
              <a:srgbClr val="AAAAAA"/>
            </a:solidFill>
            <a:prstDash val="solid"/>
          </a:ln>
        </p:spPr>
      </p:sp>
      <p:sp>
        <p:nvSpPr>
          <p:cNvPr id="303" name="Shape 301"/>
          <p:cNvSpPr/>
          <p:nvPr/>
        </p:nvSpPr>
        <p:spPr>
          <a:xfrm>
            <a:off x="6309360" y="2203704"/>
            <a:ext cx="192024" cy="192024"/>
          </a:xfrm>
          <a:prstGeom prst="rect">
            <a:avLst/>
          </a:prstGeom>
          <a:solidFill>
            <a:srgbClr val="D9941A"/>
          </a:solidFill>
          <a:ln w="6350">
            <a:solidFill>
              <a:srgbClr val="AAAAAA"/>
            </a:solidFill>
            <a:prstDash val="solid"/>
          </a:ln>
        </p:spPr>
      </p:sp>
      <p:sp>
        <p:nvSpPr>
          <p:cNvPr id="304" name="Shape 302"/>
          <p:cNvSpPr/>
          <p:nvPr/>
        </p:nvSpPr>
        <p:spPr>
          <a:xfrm>
            <a:off x="6501384" y="2203704"/>
            <a:ext cx="192024" cy="192024"/>
          </a:xfrm>
          <a:prstGeom prst="rect">
            <a:avLst/>
          </a:prstGeom>
          <a:solidFill>
            <a:srgbClr val="D9941A"/>
          </a:solidFill>
          <a:ln w="6350">
            <a:solidFill>
              <a:srgbClr val="AAAAAA"/>
            </a:solidFill>
            <a:prstDash val="solid"/>
          </a:ln>
        </p:spPr>
      </p:sp>
      <p:sp>
        <p:nvSpPr>
          <p:cNvPr id="305" name="Shape 303"/>
          <p:cNvSpPr/>
          <p:nvPr/>
        </p:nvSpPr>
        <p:spPr>
          <a:xfrm>
            <a:off x="6693408" y="2203704"/>
            <a:ext cx="192024" cy="192024"/>
          </a:xfrm>
          <a:prstGeom prst="rect">
            <a:avLst/>
          </a:prstGeom>
          <a:solidFill>
            <a:srgbClr val="D9941A"/>
          </a:solidFill>
          <a:ln w="6350">
            <a:solidFill>
              <a:srgbClr val="AAAAAA"/>
            </a:solidFill>
            <a:prstDash val="solid"/>
          </a:ln>
        </p:spPr>
      </p:sp>
      <p:sp>
        <p:nvSpPr>
          <p:cNvPr id="306" name="Shape 304"/>
          <p:cNvSpPr/>
          <p:nvPr/>
        </p:nvSpPr>
        <p:spPr>
          <a:xfrm>
            <a:off x="6885432" y="2203704"/>
            <a:ext cx="192024" cy="192024"/>
          </a:xfrm>
          <a:prstGeom prst="rect">
            <a:avLst/>
          </a:prstGeom>
          <a:solidFill>
            <a:srgbClr val="D9941A"/>
          </a:solidFill>
          <a:ln w="6350">
            <a:solidFill>
              <a:srgbClr val="AAAAAA"/>
            </a:solidFill>
            <a:prstDash val="solid"/>
          </a:ln>
        </p:spPr>
      </p:sp>
      <p:sp>
        <p:nvSpPr>
          <p:cNvPr id="307" name="Shape 305"/>
          <p:cNvSpPr/>
          <p:nvPr/>
        </p:nvSpPr>
        <p:spPr>
          <a:xfrm>
            <a:off x="7077456" y="2203704"/>
            <a:ext cx="192024" cy="192024"/>
          </a:xfrm>
          <a:prstGeom prst="rect">
            <a:avLst/>
          </a:prstGeom>
          <a:solidFill>
            <a:srgbClr val="D9941A"/>
          </a:solidFill>
          <a:ln w="6350">
            <a:solidFill>
              <a:srgbClr val="AAAAAA"/>
            </a:solidFill>
            <a:prstDash val="solid"/>
          </a:ln>
        </p:spPr>
      </p:sp>
      <p:sp>
        <p:nvSpPr>
          <p:cNvPr id="308" name="Shape 306"/>
          <p:cNvSpPr/>
          <p:nvPr/>
        </p:nvSpPr>
        <p:spPr>
          <a:xfrm>
            <a:off x="5349240" y="2395728"/>
            <a:ext cx="1920240" cy="0"/>
          </a:xfrm>
          <a:prstGeom prst="line">
            <a:avLst/>
          </a:prstGeom>
          <a:noFill/>
          <a:ln w="12700">
            <a:solidFill>
              <a:srgbClr val="CCCCCC"/>
            </a:solidFill>
            <a:prstDash val="solid"/>
          </a:ln>
        </p:spPr>
      </p:sp>
      <p:sp>
        <p:nvSpPr>
          <p:cNvPr id="309" name="Shape 307"/>
          <p:cNvSpPr/>
          <p:nvPr/>
        </p:nvSpPr>
        <p:spPr>
          <a:xfrm>
            <a:off x="5349240" y="2395728"/>
            <a:ext cx="192024" cy="192024"/>
          </a:xfrm>
          <a:prstGeom prst="rect">
            <a:avLst/>
          </a:prstGeom>
          <a:solidFill>
            <a:srgbClr val="D9941A"/>
          </a:solidFill>
          <a:ln w="6350">
            <a:solidFill>
              <a:srgbClr val="AAAAAA"/>
            </a:solidFill>
            <a:prstDash val="solid"/>
          </a:ln>
        </p:spPr>
      </p:sp>
      <p:sp>
        <p:nvSpPr>
          <p:cNvPr id="310" name="Shape 308"/>
          <p:cNvSpPr/>
          <p:nvPr/>
        </p:nvSpPr>
        <p:spPr>
          <a:xfrm>
            <a:off x="5541264" y="2395728"/>
            <a:ext cx="192024" cy="192024"/>
          </a:xfrm>
          <a:prstGeom prst="rect">
            <a:avLst/>
          </a:prstGeom>
          <a:solidFill>
            <a:srgbClr val="D9941A"/>
          </a:solidFill>
          <a:ln w="6350">
            <a:solidFill>
              <a:srgbClr val="AAAAAA"/>
            </a:solidFill>
            <a:prstDash val="solid"/>
          </a:ln>
        </p:spPr>
      </p:sp>
      <p:sp>
        <p:nvSpPr>
          <p:cNvPr id="311" name="Shape 309"/>
          <p:cNvSpPr/>
          <p:nvPr/>
        </p:nvSpPr>
        <p:spPr>
          <a:xfrm>
            <a:off x="5733288" y="2395728"/>
            <a:ext cx="192024" cy="192024"/>
          </a:xfrm>
          <a:prstGeom prst="rect">
            <a:avLst/>
          </a:prstGeom>
          <a:solidFill>
            <a:srgbClr val="D9941A"/>
          </a:solidFill>
          <a:ln w="6350">
            <a:solidFill>
              <a:srgbClr val="AAAAAA"/>
            </a:solidFill>
            <a:prstDash val="solid"/>
          </a:ln>
        </p:spPr>
      </p:sp>
      <p:sp>
        <p:nvSpPr>
          <p:cNvPr id="312" name="Shape 310"/>
          <p:cNvSpPr/>
          <p:nvPr/>
        </p:nvSpPr>
        <p:spPr>
          <a:xfrm>
            <a:off x="5925312" y="2395728"/>
            <a:ext cx="192024" cy="192024"/>
          </a:xfrm>
          <a:prstGeom prst="rect">
            <a:avLst/>
          </a:prstGeom>
          <a:solidFill>
            <a:srgbClr val="D9941A"/>
          </a:solidFill>
          <a:ln w="6350">
            <a:solidFill>
              <a:srgbClr val="AAAAAA"/>
            </a:solidFill>
            <a:prstDash val="solid"/>
          </a:ln>
        </p:spPr>
      </p:sp>
      <p:sp>
        <p:nvSpPr>
          <p:cNvPr id="313" name="Shape 311"/>
          <p:cNvSpPr/>
          <p:nvPr/>
        </p:nvSpPr>
        <p:spPr>
          <a:xfrm>
            <a:off x="6117336" y="2395728"/>
            <a:ext cx="192024" cy="192024"/>
          </a:xfrm>
          <a:prstGeom prst="rect">
            <a:avLst/>
          </a:prstGeom>
          <a:solidFill>
            <a:srgbClr val="D9941A"/>
          </a:solidFill>
          <a:ln w="6350">
            <a:solidFill>
              <a:srgbClr val="AAAAAA"/>
            </a:solidFill>
            <a:prstDash val="solid"/>
          </a:ln>
        </p:spPr>
      </p:sp>
      <p:sp>
        <p:nvSpPr>
          <p:cNvPr id="314" name="Shape 312"/>
          <p:cNvSpPr/>
          <p:nvPr/>
        </p:nvSpPr>
        <p:spPr>
          <a:xfrm>
            <a:off x="6309360" y="2395728"/>
            <a:ext cx="192024" cy="192024"/>
          </a:xfrm>
          <a:prstGeom prst="rect">
            <a:avLst/>
          </a:prstGeom>
          <a:solidFill>
            <a:srgbClr val="D9941A"/>
          </a:solidFill>
          <a:ln w="6350">
            <a:solidFill>
              <a:srgbClr val="AAAAAA"/>
            </a:solidFill>
            <a:prstDash val="solid"/>
          </a:ln>
        </p:spPr>
      </p:sp>
      <p:sp>
        <p:nvSpPr>
          <p:cNvPr id="315" name="Shape 313"/>
          <p:cNvSpPr/>
          <p:nvPr/>
        </p:nvSpPr>
        <p:spPr>
          <a:xfrm>
            <a:off x="6501384" y="2395728"/>
            <a:ext cx="192024" cy="192024"/>
          </a:xfrm>
          <a:prstGeom prst="rect">
            <a:avLst/>
          </a:prstGeom>
          <a:solidFill>
            <a:srgbClr val="D9941A"/>
          </a:solidFill>
          <a:ln w="6350">
            <a:solidFill>
              <a:srgbClr val="AAAAAA"/>
            </a:solidFill>
            <a:prstDash val="solid"/>
          </a:ln>
        </p:spPr>
      </p:sp>
      <p:sp>
        <p:nvSpPr>
          <p:cNvPr id="316" name="Shape 314"/>
          <p:cNvSpPr/>
          <p:nvPr/>
        </p:nvSpPr>
        <p:spPr>
          <a:xfrm>
            <a:off x="6693408" y="2395728"/>
            <a:ext cx="192024" cy="192024"/>
          </a:xfrm>
          <a:prstGeom prst="rect">
            <a:avLst/>
          </a:prstGeom>
          <a:solidFill>
            <a:srgbClr val="D9941A"/>
          </a:solidFill>
          <a:ln w="6350">
            <a:solidFill>
              <a:srgbClr val="AAAAAA"/>
            </a:solidFill>
            <a:prstDash val="solid"/>
          </a:ln>
        </p:spPr>
      </p:sp>
      <p:sp>
        <p:nvSpPr>
          <p:cNvPr id="317" name="Shape 315"/>
          <p:cNvSpPr/>
          <p:nvPr/>
        </p:nvSpPr>
        <p:spPr>
          <a:xfrm>
            <a:off x="6885432" y="2395728"/>
            <a:ext cx="192024" cy="192024"/>
          </a:xfrm>
          <a:prstGeom prst="rect">
            <a:avLst/>
          </a:prstGeom>
          <a:solidFill>
            <a:srgbClr val="D9941A"/>
          </a:solidFill>
          <a:ln w="6350">
            <a:solidFill>
              <a:srgbClr val="AAAAAA"/>
            </a:solidFill>
            <a:prstDash val="solid"/>
          </a:ln>
        </p:spPr>
      </p:sp>
      <p:sp>
        <p:nvSpPr>
          <p:cNvPr id="318" name="Shape 316"/>
          <p:cNvSpPr/>
          <p:nvPr/>
        </p:nvSpPr>
        <p:spPr>
          <a:xfrm>
            <a:off x="7077456" y="2395728"/>
            <a:ext cx="192024" cy="192024"/>
          </a:xfrm>
          <a:prstGeom prst="rect">
            <a:avLst/>
          </a:prstGeom>
          <a:solidFill>
            <a:srgbClr val="D9941A"/>
          </a:solidFill>
          <a:ln w="6350">
            <a:solidFill>
              <a:srgbClr val="AAAAAA"/>
            </a:solidFill>
            <a:prstDash val="solid"/>
          </a:ln>
        </p:spPr>
      </p:sp>
      <p:sp>
        <p:nvSpPr>
          <p:cNvPr id="319" name="Shape 317"/>
          <p:cNvSpPr/>
          <p:nvPr/>
        </p:nvSpPr>
        <p:spPr>
          <a:xfrm>
            <a:off x="5349240" y="2587752"/>
            <a:ext cx="1920240" cy="0"/>
          </a:xfrm>
          <a:prstGeom prst="line">
            <a:avLst/>
          </a:prstGeom>
          <a:noFill/>
          <a:ln w="12700">
            <a:solidFill>
              <a:srgbClr val="CCCCCC"/>
            </a:solidFill>
            <a:prstDash val="solid"/>
          </a:ln>
        </p:spPr>
      </p:sp>
      <p:sp>
        <p:nvSpPr>
          <p:cNvPr id="320" name="Shape 318"/>
          <p:cNvSpPr/>
          <p:nvPr/>
        </p:nvSpPr>
        <p:spPr>
          <a:xfrm>
            <a:off x="5349240" y="2587752"/>
            <a:ext cx="192024" cy="192024"/>
          </a:xfrm>
          <a:prstGeom prst="rect">
            <a:avLst/>
          </a:prstGeom>
          <a:solidFill>
            <a:srgbClr val="D9941A"/>
          </a:solidFill>
          <a:ln w="6350">
            <a:solidFill>
              <a:srgbClr val="AAAAAA"/>
            </a:solidFill>
            <a:prstDash val="solid"/>
          </a:ln>
        </p:spPr>
      </p:sp>
      <p:sp>
        <p:nvSpPr>
          <p:cNvPr id="321" name="Shape 319"/>
          <p:cNvSpPr/>
          <p:nvPr/>
        </p:nvSpPr>
        <p:spPr>
          <a:xfrm>
            <a:off x="5541264" y="2587752"/>
            <a:ext cx="192024" cy="192024"/>
          </a:xfrm>
          <a:prstGeom prst="rect">
            <a:avLst/>
          </a:prstGeom>
          <a:solidFill>
            <a:srgbClr val="D9941A"/>
          </a:solidFill>
          <a:ln w="6350">
            <a:solidFill>
              <a:srgbClr val="AAAAAA"/>
            </a:solidFill>
            <a:prstDash val="solid"/>
          </a:ln>
        </p:spPr>
      </p:sp>
      <p:sp>
        <p:nvSpPr>
          <p:cNvPr id="322" name="Shape 320"/>
          <p:cNvSpPr/>
          <p:nvPr/>
        </p:nvSpPr>
        <p:spPr>
          <a:xfrm>
            <a:off x="5733288" y="2587752"/>
            <a:ext cx="192024" cy="192024"/>
          </a:xfrm>
          <a:prstGeom prst="rect">
            <a:avLst/>
          </a:prstGeom>
          <a:solidFill>
            <a:srgbClr val="D9941A"/>
          </a:solidFill>
          <a:ln w="6350">
            <a:solidFill>
              <a:srgbClr val="AAAAAA"/>
            </a:solidFill>
            <a:prstDash val="solid"/>
          </a:ln>
        </p:spPr>
      </p:sp>
      <p:sp>
        <p:nvSpPr>
          <p:cNvPr id="323" name="Shape 321"/>
          <p:cNvSpPr/>
          <p:nvPr/>
        </p:nvSpPr>
        <p:spPr>
          <a:xfrm>
            <a:off x="5925312" y="2587752"/>
            <a:ext cx="192024" cy="192024"/>
          </a:xfrm>
          <a:prstGeom prst="rect">
            <a:avLst/>
          </a:prstGeom>
          <a:solidFill>
            <a:srgbClr val="D9941A"/>
          </a:solidFill>
          <a:ln w="6350">
            <a:solidFill>
              <a:srgbClr val="AAAAAA"/>
            </a:solidFill>
            <a:prstDash val="solid"/>
          </a:ln>
        </p:spPr>
      </p:sp>
      <p:sp>
        <p:nvSpPr>
          <p:cNvPr id="324" name="Shape 322"/>
          <p:cNvSpPr/>
          <p:nvPr/>
        </p:nvSpPr>
        <p:spPr>
          <a:xfrm>
            <a:off x="6117336" y="2587752"/>
            <a:ext cx="192024" cy="192024"/>
          </a:xfrm>
          <a:prstGeom prst="rect">
            <a:avLst/>
          </a:prstGeom>
          <a:solidFill>
            <a:srgbClr val="D9941A"/>
          </a:solidFill>
          <a:ln w="6350">
            <a:solidFill>
              <a:srgbClr val="AAAAAA"/>
            </a:solidFill>
            <a:prstDash val="solid"/>
          </a:ln>
        </p:spPr>
      </p:sp>
      <p:sp>
        <p:nvSpPr>
          <p:cNvPr id="325" name="Shape 323"/>
          <p:cNvSpPr/>
          <p:nvPr/>
        </p:nvSpPr>
        <p:spPr>
          <a:xfrm>
            <a:off x="6309360" y="2587752"/>
            <a:ext cx="192024" cy="192024"/>
          </a:xfrm>
          <a:prstGeom prst="rect">
            <a:avLst/>
          </a:prstGeom>
          <a:solidFill>
            <a:srgbClr val="D9941A"/>
          </a:solidFill>
          <a:ln w="6350">
            <a:solidFill>
              <a:srgbClr val="AAAAAA"/>
            </a:solidFill>
            <a:prstDash val="solid"/>
          </a:ln>
        </p:spPr>
      </p:sp>
      <p:sp>
        <p:nvSpPr>
          <p:cNvPr id="326" name="Shape 324"/>
          <p:cNvSpPr/>
          <p:nvPr/>
        </p:nvSpPr>
        <p:spPr>
          <a:xfrm>
            <a:off x="6501384" y="2587752"/>
            <a:ext cx="192024" cy="192024"/>
          </a:xfrm>
          <a:prstGeom prst="rect">
            <a:avLst/>
          </a:prstGeom>
          <a:solidFill>
            <a:srgbClr val="D9941A"/>
          </a:solidFill>
          <a:ln w="6350">
            <a:solidFill>
              <a:srgbClr val="AAAAAA"/>
            </a:solidFill>
            <a:prstDash val="solid"/>
          </a:ln>
        </p:spPr>
      </p:sp>
      <p:sp>
        <p:nvSpPr>
          <p:cNvPr id="327" name="Shape 325"/>
          <p:cNvSpPr/>
          <p:nvPr/>
        </p:nvSpPr>
        <p:spPr>
          <a:xfrm>
            <a:off x="6693408" y="2587752"/>
            <a:ext cx="192024" cy="192024"/>
          </a:xfrm>
          <a:prstGeom prst="rect">
            <a:avLst/>
          </a:prstGeom>
          <a:solidFill>
            <a:srgbClr val="D9941A"/>
          </a:solidFill>
          <a:ln w="6350">
            <a:solidFill>
              <a:srgbClr val="AAAAAA"/>
            </a:solidFill>
            <a:prstDash val="solid"/>
          </a:ln>
        </p:spPr>
      </p:sp>
      <p:sp>
        <p:nvSpPr>
          <p:cNvPr id="328" name="Shape 326"/>
          <p:cNvSpPr/>
          <p:nvPr/>
        </p:nvSpPr>
        <p:spPr>
          <a:xfrm>
            <a:off x="6885432" y="2587752"/>
            <a:ext cx="192024" cy="192024"/>
          </a:xfrm>
          <a:prstGeom prst="rect">
            <a:avLst/>
          </a:prstGeom>
          <a:solidFill>
            <a:srgbClr val="D9941A"/>
          </a:solidFill>
          <a:ln w="6350">
            <a:solidFill>
              <a:srgbClr val="AAAAAA"/>
            </a:solidFill>
            <a:prstDash val="solid"/>
          </a:ln>
        </p:spPr>
      </p:sp>
      <p:sp>
        <p:nvSpPr>
          <p:cNvPr id="329" name="Shape 327"/>
          <p:cNvSpPr/>
          <p:nvPr/>
        </p:nvSpPr>
        <p:spPr>
          <a:xfrm>
            <a:off x="7077456" y="2587752"/>
            <a:ext cx="192024" cy="192024"/>
          </a:xfrm>
          <a:prstGeom prst="rect">
            <a:avLst/>
          </a:prstGeom>
          <a:solidFill>
            <a:srgbClr val="D9941A"/>
          </a:solidFill>
          <a:ln w="6350">
            <a:solidFill>
              <a:srgbClr val="AAAAAA"/>
            </a:solidFill>
            <a:prstDash val="solid"/>
          </a:ln>
        </p:spPr>
      </p:sp>
      <p:sp>
        <p:nvSpPr>
          <p:cNvPr id="330" name="Shape 328"/>
          <p:cNvSpPr/>
          <p:nvPr/>
        </p:nvSpPr>
        <p:spPr>
          <a:xfrm>
            <a:off x="5349240" y="2779776"/>
            <a:ext cx="1920240" cy="0"/>
          </a:xfrm>
          <a:prstGeom prst="line">
            <a:avLst/>
          </a:prstGeom>
          <a:noFill/>
          <a:ln w="12700">
            <a:solidFill>
              <a:srgbClr val="CCCCCC"/>
            </a:solidFill>
            <a:prstDash val="solid"/>
          </a:ln>
        </p:spPr>
      </p:sp>
      <p:sp>
        <p:nvSpPr>
          <p:cNvPr id="331" name="Shape 329"/>
          <p:cNvSpPr/>
          <p:nvPr/>
        </p:nvSpPr>
        <p:spPr>
          <a:xfrm>
            <a:off x="5349240" y="2779776"/>
            <a:ext cx="192024" cy="192024"/>
          </a:xfrm>
          <a:prstGeom prst="rect">
            <a:avLst/>
          </a:prstGeom>
          <a:solidFill>
            <a:srgbClr val="D9941A"/>
          </a:solidFill>
          <a:ln w="6350">
            <a:solidFill>
              <a:srgbClr val="AAAAAA"/>
            </a:solidFill>
            <a:prstDash val="solid"/>
          </a:ln>
        </p:spPr>
      </p:sp>
      <p:sp>
        <p:nvSpPr>
          <p:cNvPr id="332" name="Shape 330"/>
          <p:cNvSpPr/>
          <p:nvPr/>
        </p:nvSpPr>
        <p:spPr>
          <a:xfrm>
            <a:off x="5541264" y="2779776"/>
            <a:ext cx="192024" cy="192024"/>
          </a:xfrm>
          <a:prstGeom prst="rect">
            <a:avLst/>
          </a:prstGeom>
          <a:solidFill>
            <a:srgbClr val="D9941A"/>
          </a:solidFill>
          <a:ln w="6350">
            <a:solidFill>
              <a:srgbClr val="AAAAAA"/>
            </a:solidFill>
            <a:prstDash val="solid"/>
          </a:ln>
        </p:spPr>
      </p:sp>
      <p:sp>
        <p:nvSpPr>
          <p:cNvPr id="333" name="Shape 331"/>
          <p:cNvSpPr/>
          <p:nvPr/>
        </p:nvSpPr>
        <p:spPr>
          <a:xfrm>
            <a:off x="5733288" y="2779776"/>
            <a:ext cx="192024" cy="192024"/>
          </a:xfrm>
          <a:prstGeom prst="rect">
            <a:avLst/>
          </a:prstGeom>
          <a:solidFill>
            <a:srgbClr val="D9941A"/>
          </a:solidFill>
          <a:ln w="6350">
            <a:solidFill>
              <a:srgbClr val="AAAAAA"/>
            </a:solidFill>
            <a:prstDash val="solid"/>
          </a:ln>
        </p:spPr>
      </p:sp>
      <p:sp>
        <p:nvSpPr>
          <p:cNvPr id="334" name="Shape 332"/>
          <p:cNvSpPr/>
          <p:nvPr/>
        </p:nvSpPr>
        <p:spPr>
          <a:xfrm>
            <a:off x="5925312" y="2779776"/>
            <a:ext cx="192024" cy="192024"/>
          </a:xfrm>
          <a:prstGeom prst="rect">
            <a:avLst/>
          </a:prstGeom>
          <a:solidFill>
            <a:srgbClr val="D9941A"/>
          </a:solidFill>
          <a:ln w="6350">
            <a:solidFill>
              <a:srgbClr val="AAAAAA"/>
            </a:solidFill>
            <a:prstDash val="solid"/>
          </a:ln>
        </p:spPr>
      </p:sp>
      <p:sp>
        <p:nvSpPr>
          <p:cNvPr id="335" name="Shape 333"/>
          <p:cNvSpPr/>
          <p:nvPr/>
        </p:nvSpPr>
        <p:spPr>
          <a:xfrm>
            <a:off x="6117336" y="2779776"/>
            <a:ext cx="192024" cy="192024"/>
          </a:xfrm>
          <a:prstGeom prst="rect">
            <a:avLst/>
          </a:prstGeom>
          <a:solidFill>
            <a:srgbClr val="D9941A"/>
          </a:solidFill>
          <a:ln w="6350">
            <a:solidFill>
              <a:srgbClr val="AAAAAA"/>
            </a:solidFill>
            <a:prstDash val="solid"/>
          </a:ln>
        </p:spPr>
      </p:sp>
      <p:sp>
        <p:nvSpPr>
          <p:cNvPr id="336" name="Shape 334"/>
          <p:cNvSpPr/>
          <p:nvPr/>
        </p:nvSpPr>
        <p:spPr>
          <a:xfrm>
            <a:off x="6309360" y="2779776"/>
            <a:ext cx="192024" cy="192024"/>
          </a:xfrm>
          <a:prstGeom prst="rect">
            <a:avLst/>
          </a:prstGeom>
          <a:solidFill>
            <a:srgbClr val="D9941A"/>
          </a:solidFill>
          <a:ln w="6350">
            <a:solidFill>
              <a:srgbClr val="AAAAAA"/>
            </a:solidFill>
            <a:prstDash val="solid"/>
          </a:ln>
        </p:spPr>
      </p:sp>
      <p:sp>
        <p:nvSpPr>
          <p:cNvPr id="337" name="Shape 335"/>
          <p:cNvSpPr/>
          <p:nvPr/>
        </p:nvSpPr>
        <p:spPr>
          <a:xfrm>
            <a:off x="6501384" y="2779776"/>
            <a:ext cx="192024" cy="192024"/>
          </a:xfrm>
          <a:prstGeom prst="rect">
            <a:avLst/>
          </a:prstGeom>
          <a:solidFill>
            <a:srgbClr val="D9941A"/>
          </a:solidFill>
          <a:ln w="6350">
            <a:solidFill>
              <a:srgbClr val="AAAAAA"/>
            </a:solidFill>
            <a:prstDash val="solid"/>
          </a:ln>
        </p:spPr>
      </p:sp>
      <p:sp>
        <p:nvSpPr>
          <p:cNvPr id="338" name="Shape 336"/>
          <p:cNvSpPr/>
          <p:nvPr/>
        </p:nvSpPr>
        <p:spPr>
          <a:xfrm>
            <a:off x="6693408" y="2779776"/>
            <a:ext cx="192024" cy="192024"/>
          </a:xfrm>
          <a:prstGeom prst="rect">
            <a:avLst/>
          </a:prstGeom>
          <a:solidFill>
            <a:srgbClr val="D9941A"/>
          </a:solidFill>
          <a:ln w="6350">
            <a:solidFill>
              <a:srgbClr val="AAAAAA"/>
            </a:solidFill>
            <a:prstDash val="solid"/>
          </a:ln>
        </p:spPr>
      </p:sp>
      <p:sp>
        <p:nvSpPr>
          <p:cNvPr id="339" name="Shape 337"/>
          <p:cNvSpPr/>
          <p:nvPr/>
        </p:nvSpPr>
        <p:spPr>
          <a:xfrm>
            <a:off x="6885432" y="2779776"/>
            <a:ext cx="192024" cy="192024"/>
          </a:xfrm>
          <a:prstGeom prst="rect">
            <a:avLst/>
          </a:prstGeom>
          <a:solidFill>
            <a:srgbClr val="D9941A"/>
          </a:solidFill>
          <a:ln w="6350">
            <a:solidFill>
              <a:srgbClr val="AAAAAA"/>
            </a:solidFill>
            <a:prstDash val="solid"/>
          </a:ln>
        </p:spPr>
      </p:sp>
      <p:sp>
        <p:nvSpPr>
          <p:cNvPr id="340" name="Shape 338"/>
          <p:cNvSpPr/>
          <p:nvPr/>
        </p:nvSpPr>
        <p:spPr>
          <a:xfrm>
            <a:off x="7077456" y="2779776"/>
            <a:ext cx="192024" cy="192024"/>
          </a:xfrm>
          <a:prstGeom prst="rect">
            <a:avLst/>
          </a:prstGeom>
          <a:solidFill>
            <a:srgbClr val="D9941A"/>
          </a:solidFill>
          <a:ln w="6350">
            <a:solidFill>
              <a:srgbClr val="AAAAAA"/>
            </a:solidFill>
            <a:prstDash val="solid"/>
          </a:ln>
        </p:spPr>
      </p:sp>
      <p:sp>
        <p:nvSpPr>
          <p:cNvPr id="341" name="Shape 339"/>
          <p:cNvSpPr/>
          <p:nvPr/>
        </p:nvSpPr>
        <p:spPr>
          <a:xfrm>
            <a:off x="5349240" y="2971800"/>
            <a:ext cx="1920240" cy="0"/>
          </a:xfrm>
          <a:prstGeom prst="line">
            <a:avLst/>
          </a:prstGeom>
          <a:noFill/>
          <a:ln w="12700">
            <a:solidFill>
              <a:srgbClr val="CCCCCC"/>
            </a:solidFill>
            <a:prstDash val="solid"/>
          </a:ln>
        </p:spPr>
      </p:sp>
      <p:sp>
        <p:nvSpPr>
          <p:cNvPr id="342" name="Shape 340"/>
          <p:cNvSpPr/>
          <p:nvPr/>
        </p:nvSpPr>
        <p:spPr>
          <a:xfrm>
            <a:off x="5349240" y="1051560"/>
            <a:ext cx="1920240" cy="1920240"/>
          </a:xfrm>
          <a:prstGeom prst="rect">
            <a:avLst/>
          </a:prstGeom>
          <a:solidFill>
            <a:srgbClr val="FFFFFF">
              <a:alpha val="0"/>
            </a:srgbClr>
          </a:solidFill>
          <a:ln w="28575">
            <a:solidFill>
              <a:srgbClr val="1B2A4A"/>
            </a:solidFill>
            <a:prstDash val="solid"/>
          </a:ln>
        </p:spPr>
      </p:sp>
      <p:sp>
        <p:nvSpPr>
          <p:cNvPr id="343" name="Text 341"/>
          <p:cNvSpPr/>
          <p:nvPr/>
        </p:nvSpPr>
        <p:spPr>
          <a:xfrm>
            <a:off x="5349240" y="3044952"/>
            <a:ext cx="1920240" cy="292608"/>
          </a:xfrm>
          <a:prstGeom prst="rect">
            <a:avLst/>
          </a:prstGeom>
          <a:noFill/>
          <a:ln/>
        </p:spPr>
        <p:txBody>
          <a:bodyPr wrap="square" lIns="0" tIns="0" rIns="0" bIns="0" rtlCol="0" anchor="ctr"/>
          <a:lstStyle/>
          <a:p>
            <a:pPr algn="ctr" indent="0" marL="0">
              <a:buNone/>
            </a:pPr>
            <a:r>
              <a:rPr lang="en-US" sz="1100" i="1" dirty="0">
                <a:solidFill>
                  <a:srgbClr val="5A5A7A"/>
                </a:solidFill>
              </a:rPr>
              <a:t>1 whole (traded)</a:t>
            </a:r>
            <a:endParaRPr lang="en-US" sz="1100" dirty="0"/>
          </a:p>
        </p:txBody>
      </p:sp>
      <p:sp>
        <p:nvSpPr>
          <p:cNvPr id="344" name="Shape 342"/>
          <p:cNvSpPr/>
          <p:nvPr/>
        </p:nvSpPr>
        <p:spPr>
          <a:xfrm>
            <a:off x="7360920" y="1051560"/>
            <a:ext cx="150876" cy="150876"/>
          </a:xfrm>
          <a:prstGeom prst="rect">
            <a:avLst/>
          </a:prstGeom>
          <a:solidFill>
            <a:srgbClr val="4A3D8F"/>
          </a:solidFill>
          <a:ln w="6350">
            <a:solidFill>
              <a:srgbClr val="AAAAAA"/>
            </a:solidFill>
            <a:prstDash val="solid"/>
          </a:ln>
        </p:spPr>
      </p:sp>
      <p:sp>
        <p:nvSpPr>
          <p:cNvPr id="345" name="Shape 343"/>
          <p:cNvSpPr/>
          <p:nvPr/>
        </p:nvSpPr>
        <p:spPr>
          <a:xfrm>
            <a:off x="7511796" y="1051560"/>
            <a:ext cx="150876" cy="150876"/>
          </a:xfrm>
          <a:prstGeom prst="rect">
            <a:avLst/>
          </a:prstGeom>
          <a:solidFill>
            <a:srgbClr val="4A3D8F"/>
          </a:solidFill>
          <a:ln w="6350">
            <a:solidFill>
              <a:srgbClr val="AAAAAA"/>
            </a:solidFill>
            <a:prstDash val="solid"/>
          </a:ln>
        </p:spPr>
      </p:sp>
      <p:sp>
        <p:nvSpPr>
          <p:cNvPr id="346" name="Shape 344"/>
          <p:cNvSpPr/>
          <p:nvPr/>
        </p:nvSpPr>
        <p:spPr>
          <a:xfrm>
            <a:off x="7662672" y="1051560"/>
            <a:ext cx="150876" cy="150876"/>
          </a:xfrm>
          <a:prstGeom prst="rect">
            <a:avLst/>
          </a:prstGeom>
          <a:solidFill>
            <a:srgbClr val="4A3D8F"/>
          </a:solidFill>
          <a:ln w="6350">
            <a:solidFill>
              <a:srgbClr val="AAAAAA"/>
            </a:solidFill>
            <a:prstDash val="solid"/>
          </a:ln>
        </p:spPr>
      </p:sp>
      <p:sp>
        <p:nvSpPr>
          <p:cNvPr id="347" name="Shape 345"/>
          <p:cNvSpPr/>
          <p:nvPr/>
        </p:nvSpPr>
        <p:spPr>
          <a:xfrm>
            <a:off x="7813548" y="1051560"/>
            <a:ext cx="150876" cy="150876"/>
          </a:xfrm>
          <a:prstGeom prst="rect">
            <a:avLst/>
          </a:prstGeom>
          <a:solidFill>
            <a:srgbClr val="4A3D8F"/>
          </a:solidFill>
          <a:ln w="6350">
            <a:solidFill>
              <a:srgbClr val="AAAAAA"/>
            </a:solidFill>
            <a:prstDash val="solid"/>
          </a:ln>
        </p:spPr>
      </p:sp>
      <p:sp>
        <p:nvSpPr>
          <p:cNvPr id="348" name="Shape 346"/>
          <p:cNvSpPr/>
          <p:nvPr/>
        </p:nvSpPr>
        <p:spPr>
          <a:xfrm>
            <a:off x="7964424" y="1051560"/>
            <a:ext cx="150876" cy="150876"/>
          </a:xfrm>
          <a:prstGeom prst="rect">
            <a:avLst/>
          </a:prstGeom>
          <a:solidFill>
            <a:srgbClr val="4A3D8F"/>
          </a:solidFill>
          <a:ln w="6350">
            <a:solidFill>
              <a:srgbClr val="AAAAAA"/>
            </a:solidFill>
            <a:prstDash val="solid"/>
          </a:ln>
        </p:spPr>
      </p:sp>
      <p:sp>
        <p:nvSpPr>
          <p:cNvPr id="349" name="Shape 347"/>
          <p:cNvSpPr/>
          <p:nvPr/>
        </p:nvSpPr>
        <p:spPr>
          <a:xfrm>
            <a:off x="8115300" y="1051560"/>
            <a:ext cx="150876" cy="150876"/>
          </a:xfrm>
          <a:prstGeom prst="rect">
            <a:avLst/>
          </a:prstGeom>
          <a:solidFill>
            <a:srgbClr val="4A3D8F"/>
          </a:solidFill>
          <a:ln w="6350">
            <a:solidFill>
              <a:srgbClr val="AAAAAA"/>
            </a:solidFill>
            <a:prstDash val="solid"/>
          </a:ln>
        </p:spPr>
      </p:sp>
      <p:sp>
        <p:nvSpPr>
          <p:cNvPr id="350" name="Shape 348"/>
          <p:cNvSpPr/>
          <p:nvPr/>
        </p:nvSpPr>
        <p:spPr>
          <a:xfrm>
            <a:off x="8266176" y="1051560"/>
            <a:ext cx="150876" cy="150876"/>
          </a:xfrm>
          <a:prstGeom prst="rect">
            <a:avLst/>
          </a:prstGeom>
          <a:solidFill>
            <a:srgbClr val="4A3D8F"/>
          </a:solidFill>
          <a:ln w="6350">
            <a:solidFill>
              <a:srgbClr val="AAAAAA"/>
            </a:solidFill>
            <a:prstDash val="solid"/>
          </a:ln>
        </p:spPr>
      </p:sp>
      <p:sp>
        <p:nvSpPr>
          <p:cNvPr id="351" name="Shape 349"/>
          <p:cNvSpPr/>
          <p:nvPr/>
        </p:nvSpPr>
        <p:spPr>
          <a:xfrm>
            <a:off x="8417052" y="1051560"/>
            <a:ext cx="150876" cy="150876"/>
          </a:xfrm>
          <a:prstGeom prst="rect">
            <a:avLst/>
          </a:prstGeom>
          <a:solidFill>
            <a:srgbClr val="4A3D8F"/>
          </a:solidFill>
          <a:ln w="6350">
            <a:solidFill>
              <a:srgbClr val="AAAAAA"/>
            </a:solidFill>
            <a:prstDash val="solid"/>
          </a:ln>
        </p:spPr>
      </p:sp>
      <p:sp>
        <p:nvSpPr>
          <p:cNvPr id="352" name="Shape 350"/>
          <p:cNvSpPr/>
          <p:nvPr/>
        </p:nvSpPr>
        <p:spPr>
          <a:xfrm>
            <a:off x="8567928" y="1051560"/>
            <a:ext cx="150876" cy="150876"/>
          </a:xfrm>
          <a:prstGeom prst="rect">
            <a:avLst/>
          </a:prstGeom>
          <a:solidFill>
            <a:srgbClr val="4A3D8F"/>
          </a:solidFill>
          <a:ln w="6350">
            <a:solidFill>
              <a:srgbClr val="AAAAAA"/>
            </a:solidFill>
            <a:prstDash val="solid"/>
          </a:ln>
        </p:spPr>
      </p:sp>
      <p:sp>
        <p:nvSpPr>
          <p:cNvPr id="353" name="Shape 351"/>
          <p:cNvSpPr/>
          <p:nvPr/>
        </p:nvSpPr>
        <p:spPr>
          <a:xfrm>
            <a:off x="8718804" y="1051560"/>
            <a:ext cx="150876" cy="150876"/>
          </a:xfrm>
          <a:prstGeom prst="rect">
            <a:avLst/>
          </a:prstGeom>
          <a:solidFill>
            <a:srgbClr val="4A3D8F"/>
          </a:solidFill>
          <a:ln w="6350">
            <a:solidFill>
              <a:srgbClr val="AAAAAA"/>
            </a:solidFill>
            <a:prstDash val="solid"/>
          </a:ln>
        </p:spPr>
      </p:sp>
      <p:sp>
        <p:nvSpPr>
          <p:cNvPr id="354" name="Shape 352"/>
          <p:cNvSpPr/>
          <p:nvPr/>
        </p:nvSpPr>
        <p:spPr>
          <a:xfrm>
            <a:off x="7360920" y="1202436"/>
            <a:ext cx="1508760" cy="0"/>
          </a:xfrm>
          <a:prstGeom prst="line">
            <a:avLst/>
          </a:prstGeom>
          <a:noFill/>
          <a:ln w="12700">
            <a:solidFill>
              <a:srgbClr val="CCCCCC"/>
            </a:solidFill>
            <a:prstDash val="solid"/>
          </a:ln>
        </p:spPr>
      </p:sp>
      <p:sp>
        <p:nvSpPr>
          <p:cNvPr id="355" name="Shape 353"/>
          <p:cNvSpPr/>
          <p:nvPr/>
        </p:nvSpPr>
        <p:spPr>
          <a:xfrm>
            <a:off x="7360920" y="1202436"/>
            <a:ext cx="150876" cy="150876"/>
          </a:xfrm>
          <a:prstGeom prst="rect">
            <a:avLst/>
          </a:prstGeom>
          <a:solidFill>
            <a:srgbClr val="4A3D8F"/>
          </a:solidFill>
          <a:ln w="6350">
            <a:solidFill>
              <a:srgbClr val="AAAAAA"/>
            </a:solidFill>
            <a:prstDash val="solid"/>
          </a:ln>
        </p:spPr>
      </p:sp>
      <p:sp>
        <p:nvSpPr>
          <p:cNvPr id="356" name="Shape 354"/>
          <p:cNvSpPr/>
          <p:nvPr/>
        </p:nvSpPr>
        <p:spPr>
          <a:xfrm>
            <a:off x="7511796" y="1202436"/>
            <a:ext cx="150876" cy="150876"/>
          </a:xfrm>
          <a:prstGeom prst="rect">
            <a:avLst/>
          </a:prstGeom>
          <a:solidFill>
            <a:srgbClr val="4A3D8F"/>
          </a:solidFill>
          <a:ln w="6350">
            <a:solidFill>
              <a:srgbClr val="AAAAAA"/>
            </a:solidFill>
            <a:prstDash val="solid"/>
          </a:ln>
        </p:spPr>
      </p:sp>
      <p:sp>
        <p:nvSpPr>
          <p:cNvPr id="357" name="Shape 355"/>
          <p:cNvSpPr/>
          <p:nvPr/>
        </p:nvSpPr>
        <p:spPr>
          <a:xfrm>
            <a:off x="7662672" y="1202436"/>
            <a:ext cx="150876" cy="150876"/>
          </a:xfrm>
          <a:prstGeom prst="rect">
            <a:avLst/>
          </a:prstGeom>
          <a:solidFill>
            <a:srgbClr val="4A3D8F"/>
          </a:solidFill>
          <a:ln w="6350">
            <a:solidFill>
              <a:srgbClr val="AAAAAA"/>
            </a:solidFill>
            <a:prstDash val="solid"/>
          </a:ln>
        </p:spPr>
      </p:sp>
      <p:sp>
        <p:nvSpPr>
          <p:cNvPr id="358" name="Shape 356"/>
          <p:cNvSpPr/>
          <p:nvPr/>
        </p:nvSpPr>
        <p:spPr>
          <a:xfrm>
            <a:off x="7813548" y="1202436"/>
            <a:ext cx="150876" cy="150876"/>
          </a:xfrm>
          <a:prstGeom prst="rect">
            <a:avLst/>
          </a:prstGeom>
          <a:solidFill>
            <a:srgbClr val="4A3D8F"/>
          </a:solidFill>
          <a:ln w="6350">
            <a:solidFill>
              <a:srgbClr val="AAAAAA"/>
            </a:solidFill>
            <a:prstDash val="solid"/>
          </a:ln>
        </p:spPr>
      </p:sp>
      <p:sp>
        <p:nvSpPr>
          <p:cNvPr id="359" name="Shape 357"/>
          <p:cNvSpPr/>
          <p:nvPr/>
        </p:nvSpPr>
        <p:spPr>
          <a:xfrm>
            <a:off x="7964424" y="1202436"/>
            <a:ext cx="150876" cy="150876"/>
          </a:xfrm>
          <a:prstGeom prst="rect">
            <a:avLst/>
          </a:prstGeom>
          <a:solidFill>
            <a:srgbClr val="4A3D8F"/>
          </a:solidFill>
          <a:ln w="6350">
            <a:solidFill>
              <a:srgbClr val="AAAAAA"/>
            </a:solidFill>
            <a:prstDash val="solid"/>
          </a:ln>
        </p:spPr>
      </p:sp>
      <p:sp>
        <p:nvSpPr>
          <p:cNvPr id="360" name="Shape 358"/>
          <p:cNvSpPr/>
          <p:nvPr/>
        </p:nvSpPr>
        <p:spPr>
          <a:xfrm>
            <a:off x="8115300" y="1202436"/>
            <a:ext cx="150876" cy="150876"/>
          </a:xfrm>
          <a:prstGeom prst="rect">
            <a:avLst/>
          </a:prstGeom>
          <a:solidFill>
            <a:srgbClr val="FFFFFF"/>
          </a:solidFill>
          <a:ln w="6350">
            <a:solidFill>
              <a:srgbClr val="AAAAAA"/>
            </a:solidFill>
            <a:prstDash val="solid"/>
          </a:ln>
        </p:spPr>
      </p:sp>
      <p:sp>
        <p:nvSpPr>
          <p:cNvPr id="361" name="Shape 359"/>
          <p:cNvSpPr/>
          <p:nvPr/>
        </p:nvSpPr>
        <p:spPr>
          <a:xfrm>
            <a:off x="8266176" y="1202436"/>
            <a:ext cx="150876" cy="150876"/>
          </a:xfrm>
          <a:prstGeom prst="rect">
            <a:avLst/>
          </a:prstGeom>
          <a:solidFill>
            <a:srgbClr val="FFFFFF"/>
          </a:solidFill>
          <a:ln w="6350">
            <a:solidFill>
              <a:srgbClr val="AAAAAA"/>
            </a:solidFill>
            <a:prstDash val="solid"/>
          </a:ln>
        </p:spPr>
      </p:sp>
      <p:sp>
        <p:nvSpPr>
          <p:cNvPr id="362" name="Shape 360"/>
          <p:cNvSpPr/>
          <p:nvPr/>
        </p:nvSpPr>
        <p:spPr>
          <a:xfrm>
            <a:off x="8417052" y="1202436"/>
            <a:ext cx="150876" cy="150876"/>
          </a:xfrm>
          <a:prstGeom prst="rect">
            <a:avLst/>
          </a:prstGeom>
          <a:solidFill>
            <a:srgbClr val="FFFFFF"/>
          </a:solidFill>
          <a:ln w="6350">
            <a:solidFill>
              <a:srgbClr val="AAAAAA"/>
            </a:solidFill>
            <a:prstDash val="solid"/>
          </a:ln>
        </p:spPr>
      </p:sp>
      <p:sp>
        <p:nvSpPr>
          <p:cNvPr id="363" name="Shape 361"/>
          <p:cNvSpPr/>
          <p:nvPr/>
        </p:nvSpPr>
        <p:spPr>
          <a:xfrm>
            <a:off x="8567928" y="1202436"/>
            <a:ext cx="150876" cy="150876"/>
          </a:xfrm>
          <a:prstGeom prst="rect">
            <a:avLst/>
          </a:prstGeom>
          <a:solidFill>
            <a:srgbClr val="FFFFFF"/>
          </a:solidFill>
          <a:ln w="6350">
            <a:solidFill>
              <a:srgbClr val="AAAAAA"/>
            </a:solidFill>
            <a:prstDash val="solid"/>
          </a:ln>
        </p:spPr>
      </p:sp>
      <p:sp>
        <p:nvSpPr>
          <p:cNvPr id="364" name="Shape 362"/>
          <p:cNvSpPr/>
          <p:nvPr/>
        </p:nvSpPr>
        <p:spPr>
          <a:xfrm>
            <a:off x="8718804" y="1202436"/>
            <a:ext cx="150876" cy="150876"/>
          </a:xfrm>
          <a:prstGeom prst="rect">
            <a:avLst/>
          </a:prstGeom>
          <a:solidFill>
            <a:srgbClr val="FFFFFF"/>
          </a:solidFill>
          <a:ln w="6350">
            <a:solidFill>
              <a:srgbClr val="AAAAAA"/>
            </a:solidFill>
            <a:prstDash val="solid"/>
          </a:ln>
        </p:spPr>
      </p:sp>
      <p:sp>
        <p:nvSpPr>
          <p:cNvPr id="365" name="Shape 363"/>
          <p:cNvSpPr/>
          <p:nvPr/>
        </p:nvSpPr>
        <p:spPr>
          <a:xfrm>
            <a:off x="7360920" y="1353312"/>
            <a:ext cx="1508760" cy="0"/>
          </a:xfrm>
          <a:prstGeom prst="line">
            <a:avLst/>
          </a:prstGeom>
          <a:noFill/>
          <a:ln w="12700">
            <a:solidFill>
              <a:srgbClr val="CCCCCC"/>
            </a:solidFill>
            <a:prstDash val="solid"/>
          </a:ln>
        </p:spPr>
      </p:sp>
      <p:sp>
        <p:nvSpPr>
          <p:cNvPr id="366" name="Shape 364"/>
          <p:cNvSpPr/>
          <p:nvPr/>
        </p:nvSpPr>
        <p:spPr>
          <a:xfrm>
            <a:off x="7360920" y="1353312"/>
            <a:ext cx="150876" cy="150876"/>
          </a:xfrm>
          <a:prstGeom prst="rect">
            <a:avLst/>
          </a:prstGeom>
          <a:solidFill>
            <a:srgbClr val="FFFFFF"/>
          </a:solidFill>
          <a:ln w="6350">
            <a:solidFill>
              <a:srgbClr val="AAAAAA"/>
            </a:solidFill>
            <a:prstDash val="solid"/>
          </a:ln>
        </p:spPr>
      </p:sp>
      <p:sp>
        <p:nvSpPr>
          <p:cNvPr id="367" name="Shape 365"/>
          <p:cNvSpPr/>
          <p:nvPr/>
        </p:nvSpPr>
        <p:spPr>
          <a:xfrm>
            <a:off x="7511796" y="1353312"/>
            <a:ext cx="150876" cy="150876"/>
          </a:xfrm>
          <a:prstGeom prst="rect">
            <a:avLst/>
          </a:prstGeom>
          <a:solidFill>
            <a:srgbClr val="FFFFFF"/>
          </a:solidFill>
          <a:ln w="6350">
            <a:solidFill>
              <a:srgbClr val="AAAAAA"/>
            </a:solidFill>
            <a:prstDash val="solid"/>
          </a:ln>
        </p:spPr>
      </p:sp>
      <p:sp>
        <p:nvSpPr>
          <p:cNvPr id="368" name="Shape 366"/>
          <p:cNvSpPr/>
          <p:nvPr/>
        </p:nvSpPr>
        <p:spPr>
          <a:xfrm>
            <a:off x="7662672" y="1353312"/>
            <a:ext cx="150876" cy="150876"/>
          </a:xfrm>
          <a:prstGeom prst="rect">
            <a:avLst/>
          </a:prstGeom>
          <a:solidFill>
            <a:srgbClr val="FFFFFF"/>
          </a:solidFill>
          <a:ln w="6350">
            <a:solidFill>
              <a:srgbClr val="AAAAAA"/>
            </a:solidFill>
            <a:prstDash val="solid"/>
          </a:ln>
        </p:spPr>
      </p:sp>
      <p:sp>
        <p:nvSpPr>
          <p:cNvPr id="369" name="Shape 367"/>
          <p:cNvSpPr/>
          <p:nvPr/>
        </p:nvSpPr>
        <p:spPr>
          <a:xfrm>
            <a:off x="7813548" y="1353312"/>
            <a:ext cx="150876" cy="150876"/>
          </a:xfrm>
          <a:prstGeom prst="rect">
            <a:avLst/>
          </a:prstGeom>
          <a:solidFill>
            <a:srgbClr val="FFFFFF"/>
          </a:solidFill>
          <a:ln w="6350">
            <a:solidFill>
              <a:srgbClr val="AAAAAA"/>
            </a:solidFill>
            <a:prstDash val="solid"/>
          </a:ln>
        </p:spPr>
      </p:sp>
      <p:sp>
        <p:nvSpPr>
          <p:cNvPr id="370" name="Shape 368"/>
          <p:cNvSpPr/>
          <p:nvPr/>
        </p:nvSpPr>
        <p:spPr>
          <a:xfrm>
            <a:off x="7964424" y="1353312"/>
            <a:ext cx="150876" cy="150876"/>
          </a:xfrm>
          <a:prstGeom prst="rect">
            <a:avLst/>
          </a:prstGeom>
          <a:solidFill>
            <a:srgbClr val="FFFFFF"/>
          </a:solidFill>
          <a:ln w="6350">
            <a:solidFill>
              <a:srgbClr val="AAAAAA"/>
            </a:solidFill>
            <a:prstDash val="solid"/>
          </a:ln>
        </p:spPr>
      </p:sp>
      <p:sp>
        <p:nvSpPr>
          <p:cNvPr id="371" name="Shape 369"/>
          <p:cNvSpPr/>
          <p:nvPr/>
        </p:nvSpPr>
        <p:spPr>
          <a:xfrm>
            <a:off x="8115300" y="1353312"/>
            <a:ext cx="150876" cy="150876"/>
          </a:xfrm>
          <a:prstGeom prst="rect">
            <a:avLst/>
          </a:prstGeom>
          <a:solidFill>
            <a:srgbClr val="FFFFFF"/>
          </a:solidFill>
          <a:ln w="6350">
            <a:solidFill>
              <a:srgbClr val="AAAAAA"/>
            </a:solidFill>
            <a:prstDash val="solid"/>
          </a:ln>
        </p:spPr>
      </p:sp>
      <p:sp>
        <p:nvSpPr>
          <p:cNvPr id="372" name="Shape 370"/>
          <p:cNvSpPr/>
          <p:nvPr/>
        </p:nvSpPr>
        <p:spPr>
          <a:xfrm>
            <a:off x="8266176" y="1353312"/>
            <a:ext cx="150876" cy="150876"/>
          </a:xfrm>
          <a:prstGeom prst="rect">
            <a:avLst/>
          </a:prstGeom>
          <a:solidFill>
            <a:srgbClr val="FFFFFF"/>
          </a:solidFill>
          <a:ln w="6350">
            <a:solidFill>
              <a:srgbClr val="AAAAAA"/>
            </a:solidFill>
            <a:prstDash val="solid"/>
          </a:ln>
        </p:spPr>
      </p:sp>
      <p:sp>
        <p:nvSpPr>
          <p:cNvPr id="373" name="Shape 371"/>
          <p:cNvSpPr/>
          <p:nvPr/>
        </p:nvSpPr>
        <p:spPr>
          <a:xfrm>
            <a:off x="8417052" y="1353312"/>
            <a:ext cx="150876" cy="150876"/>
          </a:xfrm>
          <a:prstGeom prst="rect">
            <a:avLst/>
          </a:prstGeom>
          <a:solidFill>
            <a:srgbClr val="FFFFFF"/>
          </a:solidFill>
          <a:ln w="6350">
            <a:solidFill>
              <a:srgbClr val="AAAAAA"/>
            </a:solidFill>
            <a:prstDash val="solid"/>
          </a:ln>
        </p:spPr>
      </p:sp>
      <p:sp>
        <p:nvSpPr>
          <p:cNvPr id="374" name="Shape 372"/>
          <p:cNvSpPr/>
          <p:nvPr/>
        </p:nvSpPr>
        <p:spPr>
          <a:xfrm>
            <a:off x="8567928" y="1353312"/>
            <a:ext cx="150876" cy="150876"/>
          </a:xfrm>
          <a:prstGeom prst="rect">
            <a:avLst/>
          </a:prstGeom>
          <a:solidFill>
            <a:srgbClr val="FFFFFF"/>
          </a:solidFill>
          <a:ln w="6350">
            <a:solidFill>
              <a:srgbClr val="AAAAAA"/>
            </a:solidFill>
            <a:prstDash val="solid"/>
          </a:ln>
        </p:spPr>
      </p:sp>
      <p:sp>
        <p:nvSpPr>
          <p:cNvPr id="375" name="Shape 373"/>
          <p:cNvSpPr/>
          <p:nvPr/>
        </p:nvSpPr>
        <p:spPr>
          <a:xfrm>
            <a:off x="8718804" y="1353312"/>
            <a:ext cx="150876" cy="150876"/>
          </a:xfrm>
          <a:prstGeom prst="rect">
            <a:avLst/>
          </a:prstGeom>
          <a:solidFill>
            <a:srgbClr val="FFFFFF"/>
          </a:solidFill>
          <a:ln w="6350">
            <a:solidFill>
              <a:srgbClr val="AAAAAA"/>
            </a:solidFill>
            <a:prstDash val="solid"/>
          </a:ln>
        </p:spPr>
      </p:sp>
      <p:sp>
        <p:nvSpPr>
          <p:cNvPr id="376" name="Shape 374"/>
          <p:cNvSpPr/>
          <p:nvPr/>
        </p:nvSpPr>
        <p:spPr>
          <a:xfrm>
            <a:off x="7360920" y="1504188"/>
            <a:ext cx="1508760" cy="0"/>
          </a:xfrm>
          <a:prstGeom prst="line">
            <a:avLst/>
          </a:prstGeom>
          <a:noFill/>
          <a:ln w="12700">
            <a:solidFill>
              <a:srgbClr val="CCCCCC"/>
            </a:solidFill>
            <a:prstDash val="solid"/>
          </a:ln>
        </p:spPr>
      </p:sp>
      <p:sp>
        <p:nvSpPr>
          <p:cNvPr id="377" name="Shape 375"/>
          <p:cNvSpPr/>
          <p:nvPr/>
        </p:nvSpPr>
        <p:spPr>
          <a:xfrm>
            <a:off x="7360920" y="1504188"/>
            <a:ext cx="150876" cy="150876"/>
          </a:xfrm>
          <a:prstGeom prst="rect">
            <a:avLst/>
          </a:prstGeom>
          <a:solidFill>
            <a:srgbClr val="FFFFFF"/>
          </a:solidFill>
          <a:ln w="6350">
            <a:solidFill>
              <a:srgbClr val="AAAAAA"/>
            </a:solidFill>
            <a:prstDash val="solid"/>
          </a:ln>
        </p:spPr>
      </p:sp>
      <p:sp>
        <p:nvSpPr>
          <p:cNvPr id="378" name="Shape 376"/>
          <p:cNvSpPr/>
          <p:nvPr/>
        </p:nvSpPr>
        <p:spPr>
          <a:xfrm>
            <a:off x="7511796" y="1504188"/>
            <a:ext cx="150876" cy="150876"/>
          </a:xfrm>
          <a:prstGeom prst="rect">
            <a:avLst/>
          </a:prstGeom>
          <a:solidFill>
            <a:srgbClr val="FFFFFF"/>
          </a:solidFill>
          <a:ln w="6350">
            <a:solidFill>
              <a:srgbClr val="AAAAAA"/>
            </a:solidFill>
            <a:prstDash val="solid"/>
          </a:ln>
        </p:spPr>
      </p:sp>
      <p:sp>
        <p:nvSpPr>
          <p:cNvPr id="379" name="Shape 377"/>
          <p:cNvSpPr/>
          <p:nvPr/>
        </p:nvSpPr>
        <p:spPr>
          <a:xfrm>
            <a:off x="7662672" y="1504188"/>
            <a:ext cx="150876" cy="150876"/>
          </a:xfrm>
          <a:prstGeom prst="rect">
            <a:avLst/>
          </a:prstGeom>
          <a:solidFill>
            <a:srgbClr val="FFFFFF"/>
          </a:solidFill>
          <a:ln w="6350">
            <a:solidFill>
              <a:srgbClr val="AAAAAA"/>
            </a:solidFill>
            <a:prstDash val="solid"/>
          </a:ln>
        </p:spPr>
      </p:sp>
      <p:sp>
        <p:nvSpPr>
          <p:cNvPr id="380" name="Shape 378"/>
          <p:cNvSpPr/>
          <p:nvPr/>
        </p:nvSpPr>
        <p:spPr>
          <a:xfrm>
            <a:off x="7813548" y="1504188"/>
            <a:ext cx="150876" cy="150876"/>
          </a:xfrm>
          <a:prstGeom prst="rect">
            <a:avLst/>
          </a:prstGeom>
          <a:solidFill>
            <a:srgbClr val="FFFFFF"/>
          </a:solidFill>
          <a:ln w="6350">
            <a:solidFill>
              <a:srgbClr val="AAAAAA"/>
            </a:solidFill>
            <a:prstDash val="solid"/>
          </a:ln>
        </p:spPr>
      </p:sp>
      <p:sp>
        <p:nvSpPr>
          <p:cNvPr id="381" name="Shape 379"/>
          <p:cNvSpPr/>
          <p:nvPr/>
        </p:nvSpPr>
        <p:spPr>
          <a:xfrm>
            <a:off x="7964424" y="1504188"/>
            <a:ext cx="150876" cy="150876"/>
          </a:xfrm>
          <a:prstGeom prst="rect">
            <a:avLst/>
          </a:prstGeom>
          <a:solidFill>
            <a:srgbClr val="FFFFFF"/>
          </a:solidFill>
          <a:ln w="6350">
            <a:solidFill>
              <a:srgbClr val="AAAAAA"/>
            </a:solidFill>
            <a:prstDash val="solid"/>
          </a:ln>
        </p:spPr>
      </p:sp>
      <p:sp>
        <p:nvSpPr>
          <p:cNvPr id="382" name="Shape 380"/>
          <p:cNvSpPr/>
          <p:nvPr/>
        </p:nvSpPr>
        <p:spPr>
          <a:xfrm>
            <a:off x="8115300" y="1504188"/>
            <a:ext cx="150876" cy="150876"/>
          </a:xfrm>
          <a:prstGeom prst="rect">
            <a:avLst/>
          </a:prstGeom>
          <a:solidFill>
            <a:srgbClr val="FFFFFF"/>
          </a:solidFill>
          <a:ln w="6350">
            <a:solidFill>
              <a:srgbClr val="AAAAAA"/>
            </a:solidFill>
            <a:prstDash val="solid"/>
          </a:ln>
        </p:spPr>
      </p:sp>
      <p:sp>
        <p:nvSpPr>
          <p:cNvPr id="383" name="Shape 381"/>
          <p:cNvSpPr/>
          <p:nvPr/>
        </p:nvSpPr>
        <p:spPr>
          <a:xfrm>
            <a:off x="8266176" y="1504188"/>
            <a:ext cx="150876" cy="150876"/>
          </a:xfrm>
          <a:prstGeom prst="rect">
            <a:avLst/>
          </a:prstGeom>
          <a:solidFill>
            <a:srgbClr val="FFFFFF"/>
          </a:solidFill>
          <a:ln w="6350">
            <a:solidFill>
              <a:srgbClr val="AAAAAA"/>
            </a:solidFill>
            <a:prstDash val="solid"/>
          </a:ln>
        </p:spPr>
      </p:sp>
      <p:sp>
        <p:nvSpPr>
          <p:cNvPr id="384" name="Shape 382"/>
          <p:cNvSpPr/>
          <p:nvPr/>
        </p:nvSpPr>
        <p:spPr>
          <a:xfrm>
            <a:off x="8417052" y="1504188"/>
            <a:ext cx="150876" cy="150876"/>
          </a:xfrm>
          <a:prstGeom prst="rect">
            <a:avLst/>
          </a:prstGeom>
          <a:solidFill>
            <a:srgbClr val="FFFFFF"/>
          </a:solidFill>
          <a:ln w="6350">
            <a:solidFill>
              <a:srgbClr val="AAAAAA"/>
            </a:solidFill>
            <a:prstDash val="solid"/>
          </a:ln>
        </p:spPr>
      </p:sp>
      <p:sp>
        <p:nvSpPr>
          <p:cNvPr id="385" name="Shape 383"/>
          <p:cNvSpPr/>
          <p:nvPr/>
        </p:nvSpPr>
        <p:spPr>
          <a:xfrm>
            <a:off x="8567928" y="1504188"/>
            <a:ext cx="150876" cy="150876"/>
          </a:xfrm>
          <a:prstGeom prst="rect">
            <a:avLst/>
          </a:prstGeom>
          <a:solidFill>
            <a:srgbClr val="FFFFFF"/>
          </a:solidFill>
          <a:ln w="6350">
            <a:solidFill>
              <a:srgbClr val="AAAAAA"/>
            </a:solidFill>
            <a:prstDash val="solid"/>
          </a:ln>
        </p:spPr>
      </p:sp>
      <p:sp>
        <p:nvSpPr>
          <p:cNvPr id="386" name="Shape 384"/>
          <p:cNvSpPr/>
          <p:nvPr/>
        </p:nvSpPr>
        <p:spPr>
          <a:xfrm>
            <a:off x="8718804" y="1504188"/>
            <a:ext cx="150876" cy="150876"/>
          </a:xfrm>
          <a:prstGeom prst="rect">
            <a:avLst/>
          </a:prstGeom>
          <a:solidFill>
            <a:srgbClr val="FFFFFF"/>
          </a:solidFill>
          <a:ln w="6350">
            <a:solidFill>
              <a:srgbClr val="AAAAAA"/>
            </a:solidFill>
            <a:prstDash val="solid"/>
          </a:ln>
        </p:spPr>
      </p:sp>
      <p:sp>
        <p:nvSpPr>
          <p:cNvPr id="387" name="Shape 385"/>
          <p:cNvSpPr/>
          <p:nvPr/>
        </p:nvSpPr>
        <p:spPr>
          <a:xfrm>
            <a:off x="7360920" y="1655064"/>
            <a:ext cx="1508760" cy="0"/>
          </a:xfrm>
          <a:prstGeom prst="line">
            <a:avLst/>
          </a:prstGeom>
          <a:noFill/>
          <a:ln w="12700">
            <a:solidFill>
              <a:srgbClr val="CCCCCC"/>
            </a:solidFill>
            <a:prstDash val="solid"/>
          </a:ln>
        </p:spPr>
      </p:sp>
      <p:sp>
        <p:nvSpPr>
          <p:cNvPr id="388" name="Shape 386"/>
          <p:cNvSpPr/>
          <p:nvPr/>
        </p:nvSpPr>
        <p:spPr>
          <a:xfrm>
            <a:off x="7360920" y="1655064"/>
            <a:ext cx="150876" cy="150876"/>
          </a:xfrm>
          <a:prstGeom prst="rect">
            <a:avLst/>
          </a:prstGeom>
          <a:solidFill>
            <a:srgbClr val="FFFFFF"/>
          </a:solidFill>
          <a:ln w="6350">
            <a:solidFill>
              <a:srgbClr val="AAAAAA"/>
            </a:solidFill>
            <a:prstDash val="solid"/>
          </a:ln>
        </p:spPr>
      </p:sp>
      <p:sp>
        <p:nvSpPr>
          <p:cNvPr id="389" name="Shape 387"/>
          <p:cNvSpPr/>
          <p:nvPr/>
        </p:nvSpPr>
        <p:spPr>
          <a:xfrm>
            <a:off x="7511796" y="1655064"/>
            <a:ext cx="150876" cy="150876"/>
          </a:xfrm>
          <a:prstGeom prst="rect">
            <a:avLst/>
          </a:prstGeom>
          <a:solidFill>
            <a:srgbClr val="FFFFFF"/>
          </a:solidFill>
          <a:ln w="6350">
            <a:solidFill>
              <a:srgbClr val="AAAAAA"/>
            </a:solidFill>
            <a:prstDash val="solid"/>
          </a:ln>
        </p:spPr>
      </p:sp>
      <p:sp>
        <p:nvSpPr>
          <p:cNvPr id="390" name="Shape 388"/>
          <p:cNvSpPr/>
          <p:nvPr/>
        </p:nvSpPr>
        <p:spPr>
          <a:xfrm>
            <a:off x="7662672" y="1655064"/>
            <a:ext cx="150876" cy="150876"/>
          </a:xfrm>
          <a:prstGeom prst="rect">
            <a:avLst/>
          </a:prstGeom>
          <a:solidFill>
            <a:srgbClr val="FFFFFF"/>
          </a:solidFill>
          <a:ln w="6350">
            <a:solidFill>
              <a:srgbClr val="AAAAAA"/>
            </a:solidFill>
            <a:prstDash val="solid"/>
          </a:ln>
        </p:spPr>
      </p:sp>
      <p:sp>
        <p:nvSpPr>
          <p:cNvPr id="391" name="Shape 389"/>
          <p:cNvSpPr/>
          <p:nvPr/>
        </p:nvSpPr>
        <p:spPr>
          <a:xfrm>
            <a:off x="7813548" y="1655064"/>
            <a:ext cx="150876" cy="150876"/>
          </a:xfrm>
          <a:prstGeom prst="rect">
            <a:avLst/>
          </a:prstGeom>
          <a:solidFill>
            <a:srgbClr val="FFFFFF"/>
          </a:solidFill>
          <a:ln w="6350">
            <a:solidFill>
              <a:srgbClr val="AAAAAA"/>
            </a:solidFill>
            <a:prstDash val="solid"/>
          </a:ln>
        </p:spPr>
      </p:sp>
      <p:sp>
        <p:nvSpPr>
          <p:cNvPr id="392" name="Shape 390"/>
          <p:cNvSpPr/>
          <p:nvPr/>
        </p:nvSpPr>
        <p:spPr>
          <a:xfrm>
            <a:off x="7964424" y="1655064"/>
            <a:ext cx="150876" cy="150876"/>
          </a:xfrm>
          <a:prstGeom prst="rect">
            <a:avLst/>
          </a:prstGeom>
          <a:solidFill>
            <a:srgbClr val="FFFFFF"/>
          </a:solidFill>
          <a:ln w="6350">
            <a:solidFill>
              <a:srgbClr val="AAAAAA"/>
            </a:solidFill>
            <a:prstDash val="solid"/>
          </a:ln>
        </p:spPr>
      </p:sp>
      <p:sp>
        <p:nvSpPr>
          <p:cNvPr id="393" name="Shape 391"/>
          <p:cNvSpPr/>
          <p:nvPr/>
        </p:nvSpPr>
        <p:spPr>
          <a:xfrm>
            <a:off x="8115300" y="1655064"/>
            <a:ext cx="150876" cy="150876"/>
          </a:xfrm>
          <a:prstGeom prst="rect">
            <a:avLst/>
          </a:prstGeom>
          <a:solidFill>
            <a:srgbClr val="FFFFFF"/>
          </a:solidFill>
          <a:ln w="6350">
            <a:solidFill>
              <a:srgbClr val="AAAAAA"/>
            </a:solidFill>
            <a:prstDash val="solid"/>
          </a:ln>
        </p:spPr>
      </p:sp>
      <p:sp>
        <p:nvSpPr>
          <p:cNvPr id="394" name="Shape 392"/>
          <p:cNvSpPr/>
          <p:nvPr/>
        </p:nvSpPr>
        <p:spPr>
          <a:xfrm>
            <a:off x="8266176" y="1655064"/>
            <a:ext cx="150876" cy="150876"/>
          </a:xfrm>
          <a:prstGeom prst="rect">
            <a:avLst/>
          </a:prstGeom>
          <a:solidFill>
            <a:srgbClr val="FFFFFF"/>
          </a:solidFill>
          <a:ln w="6350">
            <a:solidFill>
              <a:srgbClr val="AAAAAA"/>
            </a:solidFill>
            <a:prstDash val="solid"/>
          </a:ln>
        </p:spPr>
      </p:sp>
      <p:sp>
        <p:nvSpPr>
          <p:cNvPr id="395" name="Shape 393"/>
          <p:cNvSpPr/>
          <p:nvPr/>
        </p:nvSpPr>
        <p:spPr>
          <a:xfrm>
            <a:off x="8417052" y="1655064"/>
            <a:ext cx="150876" cy="150876"/>
          </a:xfrm>
          <a:prstGeom prst="rect">
            <a:avLst/>
          </a:prstGeom>
          <a:solidFill>
            <a:srgbClr val="FFFFFF"/>
          </a:solidFill>
          <a:ln w="6350">
            <a:solidFill>
              <a:srgbClr val="AAAAAA"/>
            </a:solidFill>
            <a:prstDash val="solid"/>
          </a:ln>
        </p:spPr>
      </p:sp>
      <p:sp>
        <p:nvSpPr>
          <p:cNvPr id="396" name="Shape 394"/>
          <p:cNvSpPr/>
          <p:nvPr/>
        </p:nvSpPr>
        <p:spPr>
          <a:xfrm>
            <a:off x="8567928" y="1655064"/>
            <a:ext cx="150876" cy="150876"/>
          </a:xfrm>
          <a:prstGeom prst="rect">
            <a:avLst/>
          </a:prstGeom>
          <a:solidFill>
            <a:srgbClr val="FFFFFF"/>
          </a:solidFill>
          <a:ln w="6350">
            <a:solidFill>
              <a:srgbClr val="AAAAAA"/>
            </a:solidFill>
            <a:prstDash val="solid"/>
          </a:ln>
        </p:spPr>
      </p:sp>
      <p:sp>
        <p:nvSpPr>
          <p:cNvPr id="397" name="Shape 395"/>
          <p:cNvSpPr/>
          <p:nvPr/>
        </p:nvSpPr>
        <p:spPr>
          <a:xfrm>
            <a:off x="8718804" y="1655064"/>
            <a:ext cx="150876" cy="150876"/>
          </a:xfrm>
          <a:prstGeom prst="rect">
            <a:avLst/>
          </a:prstGeom>
          <a:solidFill>
            <a:srgbClr val="FFFFFF"/>
          </a:solidFill>
          <a:ln w="6350">
            <a:solidFill>
              <a:srgbClr val="AAAAAA"/>
            </a:solidFill>
            <a:prstDash val="solid"/>
          </a:ln>
        </p:spPr>
      </p:sp>
      <p:sp>
        <p:nvSpPr>
          <p:cNvPr id="398" name="Shape 396"/>
          <p:cNvSpPr/>
          <p:nvPr/>
        </p:nvSpPr>
        <p:spPr>
          <a:xfrm>
            <a:off x="7360920" y="1805940"/>
            <a:ext cx="1508760" cy="0"/>
          </a:xfrm>
          <a:prstGeom prst="line">
            <a:avLst/>
          </a:prstGeom>
          <a:noFill/>
          <a:ln w="12700">
            <a:solidFill>
              <a:srgbClr val="CCCCCC"/>
            </a:solidFill>
            <a:prstDash val="solid"/>
          </a:ln>
        </p:spPr>
      </p:sp>
      <p:sp>
        <p:nvSpPr>
          <p:cNvPr id="399" name="Shape 397"/>
          <p:cNvSpPr/>
          <p:nvPr/>
        </p:nvSpPr>
        <p:spPr>
          <a:xfrm>
            <a:off x="7360920" y="1805940"/>
            <a:ext cx="150876" cy="150876"/>
          </a:xfrm>
          <a:prstGeom prst="rect">
            <a:avLst/>
          </a:prstGeom>
          <a:solidFill>
            <a:srgbClr val="FFFFFF"/>
          </a:solidFill>
          <a:ln w="6350">
            <a:solidFill>
              <a:srgbClr val="AAAAAA"/>
            </a:solidFill>
            <a:prstDash val="solid"/>
          </a:ln>
        </p:spPr>
      </p:sp>
      <p:sp>
        <p:nvSpPr>
          <p:cNvPr id="400" name="Shape 398"/>
          <p:cNvSpPr/>
          <p:nvPr/>
        </p:nvSpPr>
        <p:spPr>
          <a:xfrm>
            <a:off x="7511796" y="1805940"/>
            <a:ext cx="150876" cy="150876"/>
          </a:xfrm>
          <a:prstGeom prst="rect">
            <a:avLst/>
          </a:prstGeom>
          <a:solidFill>
            <a:srgbClr val="FFFFFF"/>
          </a:solidFill>
          <a:ln w="6350">
            <a:solidFill>
              <a:srgbClr val="AAAAAA"/>
            </a:solidFill>
            <a:prstDash val="solid"/>
          </a:ln>
        </p:spPr>
      </p:sp>
      <p:sp>
        <p:nvSpPr>
          <p:cNvPr id="401" name="Shape 399"/>
          <p:cNvSpPr/>
          <p:nvPr/>
        </p:nvSpPr>
        <p:spPr>
          <a:xfrm>
            <a:off x="7662672" y="1805940"/>
            <a:ext cx="150876" cy="150876"/>
          </a:xfrm>
          <a:prstGeom prst="rect">
            <a:avLst/>
          </a:prstGeom>
          <a:solidFill>
            <a:srgbClr val="FFFFFF"/>
          </a:solidFill>
          <a:ln w="6350">
            <a:solidFill>
              <a:srgbClr val="AAAAAA"/>
            </a:solidFill>
            <a:prstDash val="solid"/>
          </a:ln>
        </p:spPr>
      </p:sp>
      <p:sp>
        <p:nvSpPr>
          <p:cNvPr id="402" name="Shape 400"/>
          <p:cNvSpPr/>
          <p:nvPr/>
        </p:nvSpPr>
        <p:spPr>
          <a:xfrm>
            <a:off x="7813548" y="1805940"/>
            <a:ext cx="150876" cy="150876"/>
          </a:xfrm>
          <a:prstGeom prst="rect">
            <a:avLst/>
          </a:prstGeom>
          <a:solidFill>
            <a:srgbClr val="FFFFFF"/>
          </a:solidFill>
          <a:ln w="6350">
            <a:solidFill>
              <a:srgbClr val="AAAAAA"/>
            </a:solidFill>
            <a:prstDash val="solid"/>
          </a:ln>
        </p:spPr>
      </p:sp>
      <p:sp>
        <p:nvSpPr>
          <p:cNvPr id="403" name="Shape 401"/>
          <p:cNvSpPr/>
          <p:nvPr/>
        </p:nvSpPr>
        <p:spPr>
          <a:xfrm>
            <a:off x="7964424" y="1805940"/>
            <a:ext cx="150876" cy="150876"/>
          </a:xfrm>
          <a:prstGeom prst="rect">
            <a:avLst/>
          </a:prstGeom>
          <a:solidFill>
            <a:srgbClr val="FFFFFF"/>
          </a:solidFill>
          <a:ln w="6350">
            <a:solidFill>
              <a:srgbClr val="AAAAAA"/>
            </a:solidFill>
            <a:prstDash val="solid"/>
          </a:ln>
        </p:spPr>
      </p:sp>
      <p:sp>
        <p:nvSpPr>
          <p:cNvPr id="404" name="Shape 402"/>
          <p:cNvSpPr/>
          <p:nvPr/>
        </p:nvSpPr>
        <p:spPr>
          <a:xfrm>
            <a:off x="8115300" y="1805940"/>
            <a:ext cx="150876" cy="150876"/>
          </a:xfrm>
          <a:prstGeom prst="rect">
            <a:avLst/>
          </a:prstGeom>
          <a:solidFill>
            <a:srgbClr val="FFFFFF"/>
          </a:solidFill>
          <a:ln w="6350">
            <a:solidFill>
              <a:srgbClr val="AAAAAA"/>
            </a:solidFill>
            <a:prstDash val="solid"/>
          </a:ln>
        </p:spPr>
      </p:sp>
      <p:sp>
        <p:nvSpPr>
          <p:cNvPr id="405" name="Shape 403"/>
          <p:cNvSpPr/>
          <p:nvPr/>
        </p:nvSpPr>
        <p:spPr>
          <a:xfrm>
            <a:off x="8266176" y="1805940"/>
            <a:ext cx="150876" cy="150876"/>
          </a:xfrm>
          <a:prstGeom prst="rect">
            <a:avLst/>
          </a:prstGeom>
          <a:solidFill>
            <a:srgbClr val="FFFFFF"/>
          </a:solidFill>
          <a:ln w="6350">
            <a:solidFill>
              <a:srgbClr val="AAAAAA"/>
            </a:solidFill>
            <a:prstDash val="solid"/>
          </a:ln>
        </p:spPr>
      </p:sp>
      <p:sp>
        <p:nvSpPr>
          <p:cNvPr id="406" name="Shape 404"/>
          <p:cNvSpPr/>
          <p:nvPr/>
        </p:nvSpPr>
        <p:spPr>
          <a:xfrm>
            <a:off x="8417052" y="1805940"/>
            <a:ext cx="150876" cy="150876"/>
          </a:xfrm>
          <a:prstGeom prst="rect">
            <a:avLst/>
          </a:prstGeom>
          <a:solidFill>
            <a:srgbClr val="FFFFFF"/>
          </a:solidFill>
          <a:ln w="6350">
            <a:solidFill>
              <a:srgbClr val="AAAAAA"/>
            </a:solidFill>
            <a:prstDash val="solid"/>
          </a:ln>
        </p:spPr>
      </p:sp>
      <p:sp>
        <p:nvSpPr>
          <p:cNvPr id="407" name="Shape 405"/>
          <p:cNvSpPr/>
          <p:nvPr/>
        </p:nvSpPr>
        <p:spPr>
          <a:xfrm>
            <a:off x="8567928" y="1805940"/>
            <a:ext cx="150876" cy="150876"/>
          </a:xfrm>
          <a:prstGeom prst="rect">
            <a:avLst/>
          </a:prstGeom>
          <a:solidFill>
            <a:srgbClr val="FFFFFF"/>
          </a:solidFill>
          <a:ln w="6350">
            <a:solidFill>
              <a:srgbClr val="AAAAAA"/>
            </a:solidFill>
            <a:prstDash val="solid"/>
          </a:ln>
        </p:spPr>
      </p:sp>
      <p:sp>
        <p:nvSpPr>
          <p:cNvPr id="408" name="Shape 406"/>
          <p:cNvSpPr/>
          <p:nvPr/>
        </p:nvSpPr>
        <p:spPr>
          <a:xfrm>
            <a:off x="8718804" y="1805940"/>
            <a:ext cx="150876" cy="150876"/>
          </a:xfrm>
          <a:prstGeom prst="rect">
            <a:avLst/>
          </a:prstGeom>
          <a:solidFill>
            <a:srgbClr val="FFFFFF"/>
          </a:solidFill>
          <a:ln w="6350">
            <a:solidFill>
              <a:srgbClr val="AAAAAA"/>
            </a:solidFill>
            <a:prstDash val="solid"/>
          </a:ln>
        </p:spPr>
      </p:sp>
      <p:sp>
        <p:nvSpPr>
          <p:cNvPr id="409" name="Shape 407"/>
          <p:cNvSpPr/>
          <p:nvPr/>
        </p:nvSpPr>
        <p:spPr>
          <a:xfrm>
            <a:off x="7360920" y="1956816"/>
            <a:ext cx="1508760" cy="0"/>
          </a:xfrm>
          <a:prstGeom prst="line">
            <a:avLst/>
          </a:prstGeom>
          <a:noFill/>
          <a:ln w="12700">
            <a:solidFill>
              <a:srgbClr val="CCCCCC"/>
            </a:solidFill>
            <a:prstDash val="solid"/>
          </a:ln>
        </p:spPr>
      </p:sp>
      <p:sp>
        <p:nvSpPr>
          <p:cNvPr id="410" name="Shape 408"/>
          <p:cNvSpPr/>
          <p:nvPr/>
        </p:nvSpPr>
        <p:spPr>
          <a:xfrm>
            <a:off x="7360920" y="1956816"/>
            <a:ext cx="150876" cy="150876"/>
          </a:xfrm>
          <a:prstGeom prst="rect">
            <a:avLst/>
          </a:prstGeom>
          <a:solidFill>
            <a:srgbClr val="FFFFFF"/>
          </a:solidFill>
          <a:ln w="6350">
            <a:solidFill>
              <a:srgbClr val="AAAAAA"/>
            </a:solidFill>
            <a:prstDash val="solid"/>
          </a:ln>
        </p:spPr>
      </p:sp>
      <p:sp>
        <p:nvSpPr>
          <p:cNvPr id="411" name="Shape 409"/>
          <p:cNvSpPr/>
          <p:nvPr/>
        </p:nvSpPr>
        <p:spPr>
          <a:xfrm>
            <a:off x="7511796" y="1956816"/>
            <a:ext cx="150876" cy="150876"/>
          </a:xfrm>
          <a:prstGeom prst="rect">
            <a:avLst/>
          </a:prstGeom>
          <a:solidFill>
            <a:srgbClr val="FFFFFF"/>
          </a:solidFill>
          <a:ln w="6350">
            <a:solidFill>
              <a:srgbClr val="AAAAAA"/>
            </a:solidFill>
            <a:prstDash val="solid"/>
          </a:ln>
        </p:spPr>
      </p:sp>
      <p:sp>
        <p:nvSpPr>
          <p:cNvPr id="412" name="Shape 410"/>
          <p:cNvSpPr/>
          <p:nvPr/>
        </p:nvSpPr>
        <p:spPr>
          <a:xfrm>
            <a:off x="7662672" y="1956816"/>
            <a:ext cx="150876" cy="150876"/>
          </a:xfrm>
          <a:prstGeom prst="rect">
            <a:avLst/>
          </a:prstGeom>
          <a:solidFill>
            <a:srgbClr val="FFFFFF"/>
          </a:solidFill>
          <a:ln w="6350">
            <a:solidFill>
              <a:srgbClr val="AAAAAA"/>
            </a:solidFill>
            <a:prstDash val="solid"/>
          </a:ln>
        </p:spPr>
      </p:sp>
      <p:sp>
        <p:nvSpPr>
          <p:cNvPr id="413" name="Shape 411"/>
          <p:cNvSpPr/>
          <p:nvPr/>
        </p:nvSpPr>
        <p:spPr>
          <a:xfrm>
            <a:off x="7813548" y="1956816"/>
            <a:ext cx="150876" cy="150876"/>
          </a:xfrm>
          <a:prstGeom prst="rect">
            <a:avLst/>
          </a:prstGeom>
          <a:solidFill>
            <a:srgbClr val="FFFFFF"/>
          </a:solidFill>
          <a:ln w="6350">
            <a:solidFill>
              <a:srgbClr val="AAAAAA"/>
            </a:solidFill>
            <a:prstDash val="solid"/>
          </a:ln>
        </p:spPr>
      </p:sp>
      <p:sp>
        <p:nvSpPr>
          <p:cNvPr id="414" name="Shape 412"/>
          <p:cNvSpPr/>
          <p:nvPr/>
        </p:nvSpPr>
        <p:spPr>
          <a:xfrm>
            <a:off x="7964424" y="1956816"/>
            <a:ext cx="150876" cy="150876"/>
          </a:xfrm>
          <a:prstGeom prst="rect">
            <a:avLst/>
          </a:prstGeom>
          <a:solidFill>
            <a:srgbClr val="FFFFFF"/>
          </a:solidFill>
          <a:ln w="6350">
            <a:solidFill>
              <a:srgbClr val="AAAAAA"/>
            </a:solidFill>
            <a:prstDash val="solid"/>
          </a:ln>
        </p:spPr>
      </p:sp>
      <p:sp>
        <p:nvSpPr>
          <p:cNvPr id="415" name="Shape 413"/>
          <p:cNvSpPr/>
          <p:nvPr/>
        </p:nvSpPr>
        <p:spPr>
          <a:xfrm>
            <a:off x="8115300" y="1956816"/>
            <a:ext cx="150876" cy="150876"/>
          </a:xfrm>
          <a:prstGeom prst="rect">
            <a:avLst/>
          </a:prstGeom>
          <a:solidFill>
            <a:srgbClr val="FFFFFF"/>
          </a:solidFill>
          <a:ln w="6350">
            <a:solidFill>
              <a:srgbClr val="AAAAAA"/>
            </a:solidFill>
            <a:prstDash val="solid"/>
          </a:ln>
        </p:spPr>
      </p:sp>
      <p:sp>
        <p:nvSpPr>
          <p:cNvPr id="416" name="Shape 414"/>
          <p:cNvSpPr/>
          <p:nvPr/>
        </p:nvSpPr>
        <p:spPr>
          <a:xfrm>
            <a:off x="8266176" y="1956816"/>
            <a:ext cx="150876" cy="150876"/>
          </a:xfrm>
          <a:prstGeom prst="rect">
            <a:avLst/>
          </a:prstGeom>
          <a:solidFill>
            <a:srgbClr val="FFFFFF"/>
          </a:solidFill>
          <a:ln w="6350">
            <a:solidFill>
              <a:srgbClr val="AAAAAA"/>
            </a:solidFill>
            <a:prstDash val="solid"/>
          </a:ln>
        </p:spPr>
      </p:sp>
      <p:sp>
        <p:nvSpPr>
          <p:cNvPr id="417" name="Shape 415"/>
          <p:cNvSpPr/>
          <p:nvPr/>
        </p:nvSpPr>
        <p:spPr>
          <a:xfrm>
            <a:off x="8417052" y="1956816"/>
            <a:ext cx="150876" cy="150876"/>
          </a:xfrm>
          <a:prstGeom prst="rect">
            <a:avLst/>
          </a:prstGeom>
          <a:solidFill>
            <a:srgbClr val="FFFFFF"/>
          </a:solidFill>
          <a:ln w="6350">
            <a:solidFill>
              <a:srgbClr val="AAAAAA"/>
            </a:solidFill>
            <a:prstDash val="solid"/>
          </a:ln>
        </p:spPr>
      </p:sp>
      <p:sp>
        <p:nvSpPr>
          <p:cNvPr id="418" name="Shape 416"/>
          <p:cNvSpPr/>
          <p:nvPr/>
        </p:nvSpPr>
        <p:spPr>
          <a:xfrm>
            <a:off x="8567928" y="1956816"/>
            <a:ext cx="150876" cy="150876"/>
          </a:xfrm>
          <a:prstGeom prst="rect">
            <a:avLst/>
          </a:prstGeom>
          <a:solidFill>
            <a:srgbClr val="FFFFFF"/>
          </a:solidFill>
          <a:ln w="6350">
            <a:solidFill>
              <a:srgbClr val="AAAAAA"/>
            </a:solidFill>
            <a:prstDash val="solid"/>
          </a:ln>
        </p:spPr>
      </p:sp>
      <p:sp>
        <p:nvSpPr>
          <p:cNvPr id="419" name="Shape 417"/>
          <p:cNvSpPr/>
          <p:nvPr/>
        </p:nvSpPr>
        <p:spPr>
          <a:xfrm>
            <a:off x="8718804" y="1956816"/>
            <a:ext cx="150876" cy="150876"/>
          </a:xfrm>
          <a:prstGeom prst="rect">
            <a:avLst/>
          </a:prstGeom>
          <a:solidFill>
            <a:srgbClr val="FFFFFF"/>
          </a:solidFill>
          <a:ln w="6350">
            <a:solidFill>
              <a:srgbClr val="AAAAAA"/>
            </a:solidFill>
            <a:prstDash val="solid"/>
          </a:ln>
        </p:spPr>
      </p:sp>
      <p:sp>
        <p:nvSpPr>
          <p:cNvPr id="420" name="Shape 418"/>
          <p:cNvSpPr/>
          <p:nvPr/>
        </p:nvSpPr>
        <p:spPr>
          <a:xfrm>
            <a:off x="7360920" y="2107692"/>
            <a:ext cx="1508760" cy="0"/>
          </a:xfrm>
          <a:prstGeom prst="line">
            <a:avLst/>
          </a:prstGeom>
          <a:noFill/>
          <a:ln w="12700">
            <a:solidFill>
              <a:srgbClr val="CCCCCC"/>
            </a:solidFill>
            <a:prstDash val="solid"/>
          </a:ln>
        </p:spPr>
      </p:sp>
      <p:sp>
        <p:nvSpPr>
          <p:cNvPr id="421" name="Shape 419"/>
          <p:cNvSpPr/>
          <p:nvPr/>
        </p:nvSpPr>
        <p:spPr>
          <a:xfrm>
            <a:off x="7360920" y="2107692"/>
            <a:ext cx="150876" cy="150876"/>
          </a:xfrm>
          <a:prstGeom prst="rect">
            <a:avLst/>
          </a:prstGeom>
          <a:solidFill>
            <a:srgbClr val="FFFFFF"/>
          </a:solidFill>
          <a:ln w="6350">
            <a:solidFill>
              <a:srgbClr val="AAAAAA"/>
            </a:solidFill>
            <a:prstDash val="solid"/>
          </a:ln>
        </p:spPr>
      </p:sp>
      <p:sp>
        <p:nvSpPr>
          <p:cNvPr id="422" name="Shape 420"/>
          <p:cNvSpPr/>
          <p:nvPr/>
        </p:nvSpPr>
        <p:spPr>
          <a:xfrm>
            <a:off x="7511796" y="2107692"/>
            <a:ext cx="150876" cy="150876"/>
          </a:xfrm>
          <a:prstGeom prst="rect">
            <a:avLst/>
          </a:prstGeom>
          <a:solidFill>
            <a:srgbClr val="FFFFFF"/>
          </a:solidFill>
          <a:ln w="6350">
            <a:solidFill>
              <a:srgbClr val="AAAAAA"/>
            </a:solidFill>
            <a:prstDash val="solid"/>
          </a:ln>
        </p:spPr>
      </p:sp>
      <p:sp>
        <p:nvSpPr>
          <p:cNvPr id="423" name="Shape 421"/>
          <p:cNvSpPr/>
          <p:nvPr/>
        </p:nvSpPr>
        <p:spPr>
          <a:xfrm>
            <a:off x="7662672" y="2107692"/>
            <a:ext cx="150876" cy="150876"/>
          </a:xfrm>
          <a:prstGeom prst="rect">
            <a:avLst/>
          </a:prstGeom>
          <a:solidFill>
            <a:srgbClr val="FFFFFF"/>
          </a:solidFill>
          <a:ln w="6350">
            <a:solidFill>
              <a:srgbClr val="AAAAAA"/>
            </a:solidFill>
            <a:prstDash val="solid"/>
          </a:ln>
        </p:spPr>
      </p:sp>
      <p:sp>
        <p:nvSpPr>
          <p:cNvPr id="424" name="Shape 422"/>
          <p:cNvSpPr/>
          <p:nvPr/>
        </p:nvSpPr>
        <p:spPr>
          <a:xfrm>
            <a:off x="7813548" y="2107692"/>
            <a:ext cx="150876" cy="150876"/>
          </a:xfrm>
          <a:prstGeom prst="rect">
            <a:avLst/>
          </a:prstGeom>
          <a:solidFill>
            <a:srgbClr val="FFFFFF"/>
          </a:solidFill>
          <a:ln w="6350">
            <a:solidFill>
              <a:srgbClr val="AAAAAA"/>
            </a:solidFill>
            <a:prstDash val="solid"/>
          </a:ln>
        </p:spPr>
      </p:sp>
      <p:sp>
        <p:nvSpPr>
          <p:cNvPr id="425" name="Shape 423"/>
          <p:cNvSpPr/>
          <p:nvPr/>
        </p:nvSpPr>
        <p:spPr>
          <a:xfrm>
            <a:off x="7964424" y="2107692"/>
            <a:ext cx="150876" cy="150876"/>
          </a:xfrm>
          <a:prstGeom prst="rect">
            <a:avLst/>
          </a:prstGeom>
          <a:solidFill>
            <a:srgbClr val="FFFFFF"/>
          </a:solidFill>
          <a:ln w="6350">
            <a:solidFill>
              <a:srgbClr val="AAAAAA"/>
            </a:solidFill>
            <a:prstDash val="solid"/>
          </a:ln>
        </p:spPr>
      </p:sp>
      <p:sp>
        <p:nvSpPr>
          <p:cNvPr id="426" name="Shape 424"/>
          <p:cNvSpPr/>
          <p:nvPr/>
        </p:nvSpPr>
        <p:spPr>
          <a:xfrm>
            <a:off x="8115300" y="2107692"/>
            <a:ext cx="150876" cy="150876"/>
          </a:xfrm>
          <a:prstGeom prst="rect">
            <a:avLst/>
          </a:prstGeom>
          <a:solidFill>
            <a:srgbClr val="FFFFFF"/>
          </a:solidFill>
          <a:ln w="6350">
            <a:solidFill>
              <a:srgbClr val="AAAAAA"/>
            </a:solidFill>
            <a:prstDash val="solid"/>
          </a:ln>
        </p:spPr>
      </p:sp>
      <p:sp>
        <p:nvSpPr>
          <p:cNvPr id="427" name="Shape 425"/>
          <p:cNvSpPr/>
          <p:nvPr/>
        </p:nvSpPr>
        <p:spPr>
          <a:xfrm>
            <a:off x="8266176" y="2107692"/>
            <a:ext cx="150876" cy="150876"/>
          </a:xfrm>
          <a:prstGeom prst="rect">
            <a:avLst/>
          </a:prstGeom>
          <a:solidFill>
            <a:srgbClr val="FFFFFF"/>
          </a:solidFill>
          <a:ln w="6350">
            <a:solidFill>
              <a:srgbClr val="AAAAAA"/>
            </a:solidFill>
            <a:prstDash val="solid"/>
          </a:ln>
        </p:spPr>
      </p:sp>
      <p:sp>
        <p:nvSpPr>
          <p:cNvPr id="428" name="Shape 426"/>
          <p:cNvSpPr/>
          <p:nvPr/>
        </p:nvSpPr>
        <p:spPr>
          <a:xfrm>
            <a:off x="8417052" y="2107692"/>
            <a:ext cx="150876" cy="150876"/>
          </a:xfrm>
          <a:prstGeom prst="rect">
            <a:avLst/>
          </a:prstGeom>
          <a:solidFill>
            <a:srgbClr val="FFFFFF"/>
          </a:solidFill>
          <a:ln w="6350">
            <a:solidFill>
              <a:srgbClr val="AAAAAA"/>
            </a:solidFill>
            <a:prstDash val="solid"/>
          </a:ln>
        </p:spPr>
      </p:sp>
      <p:sp>
        <p:nvSpPr>
          <p:cNvPr id="429" name="Shape 427"/>
          <p:cNvSpPr/>
          <p:nvPr/>
        </p:nvSpPr>
        <p:spPr>
          <a:xfrm>
            <a:off x="8567928" y="2107692"/>
            <a:ext cx="150876" cy="150876"/>
          </a:xfrm>
          <a:prstGeom prst="rect">
            <a:avLst/>
          </a:prstGeom>
          <a:solidFill>
            <a:srgbClr val="FFFFFF"/>
          </a:solidFill>
          <a:ln w="6350">
            <a:solidFill>
              <a:srgbClr val="AAAAAA"/>
            </a:solidFill>
            <a:prstDash val="solid"/>
          </a:ln>
        </p:spPr>
      </p:sp>
      <p:sp>
        <p:nvSpPr>
          <p:cNvPr id="430" name="Shape 428"/>
          <p:cNvSpPr/>
          <p:nvPr/>
        </p:nvSpPr>
        <p:spPr>
          <a:xfrm>
            <a:off x="8718804" y="2107692"/>
            <a:ext cx="150876" cy="150876"/>
          </a:xfrm>
          <a:prstGeom prst="rect">
            <a:avLst/>
          </a:prstGeom>
          <a:solidFill>
            <a:srgbClr val="FFFFFF"/>
          </a:solidFill>
          <a:ln w="6350">
            <a:solidFill>
              <a:srgbClr val="AAAAAA"/>
            </a:solidFill>
            <a:prstDash val="solid"/>
          </a:ln>
        </p:spPr>
      </p:sp>
      <p:sp>
        <p:nvSpPr>
          <p:cNvPr id="431" name="Shape 429"/>
          <p:cNvSpPr/>
          <p:nvPr/>
        </p:nvSpPr>
        <p:spPr>
          <a:xfrm>
            <a:off x="7360920" y="2258568"/>
            <a:ext cx="1508760" cy="0"/>
          </a:xfrm>
          <a:prstGeom prst="line">
            <a:avLst/>
          </a:prstGeom>
          <a:noFill/>
          <a:ln w="12700">
            <a:solidFill>
              <a:srgbClr val="CCCCCC"/>
            </a:solidFill>
            <a:prstDash val="solid"/>
          </a:ln>
        </p:spPr>
      </p:sp>
      <p:sp>
        <p:nvSpPr>
          <p:cNvPr id="432" name="Shape 430"/>
          <p:cNvSpPr/>
          <p:nvPr/>
        </p:nvSpPr>
        <p:spPr>
          <a:xfrm>
            <a:off x="7360920" y="2258568"/>
            <a:ext cx="150876" cy="150876"/>
          </a:xfrm>
          <a:prstGeom prst="rect">
            <a:avLst/>
          </a:prstGeom>
          <a:solidFill>
            <a:srgbClr val="FFFFFF"/>
          </a:solidFill>
          <a:ln w="6350">
            <a:solidFill>
              <a:srgbClr val="AAAAAA"/>
            </a:solidFill>
            <a:prstDash val="solid"/>
          </a:ln>
        </p:spPr>
      </p:sp>
      <p:sp>
        <p:nvSpPr>
          <p:cNvPr id="433" name="Shape 431"/>
          <p:cNvSpPr/>
          <p:nvPr/>
        </p:nvSpPr>
        <p:spPr>
          <a:xfrm>
            <a:off x="7511796" y="2258568"/>
            <a:ext cx="150876" cy="150876"/>
          </a:xfrm>
          <a:prstGeom prst="rect">
            <a:avLst/>
          </a:prstGeom>
          <a:solidFill>
            <a:srgbClr val="FFFFFF"/>
          </a:solidFill>
          <a:ln w="6350">
            <a:solidFill>
              <a:srgbClr val="AAAAAA"/>
            </a:solidFill>
            <a:prstDash val="solid"/>
          </a:ln>
        </p:spPr>
      </p:sp>
      <p:sp>
        <p:nvSpPr>
          <p:cNvPr id="434" name="Shape 432"/>
          <p:cNvSpPr/>
          <p:nvPr/>
        </p:nvSpPr>
        <p:spPr>
          <a:xfrm>
            <a:off x="7662672" y="2258568"/>
            <a:ext cx="150876" cy="150876"/>
          </a:xfrm>
          <a:prstGeom prst="rect">
            <a:avLst/>
          </a:prstGeom>
          <a:solidFill>
            <a:srgbClr val="FFFFFF"/>
          </a:solidFill>
          <a:ln w="6350">
            <a:solidFill>
              <a:srgbClr val="AAAAAA"/>
            </a:solidFill>
            <a:prstDash val="solid"/>
          </a:ln>
        </p:spPr>
      </p:sp>
      <p:sp>
        <p:nvSpPr>
          <p:cNvPr id="435" name="Shape 433"/>
          <p:cNvSpPr/>
          <p:nvPr/>
        </p:nvSpPr>
        <p:spPr>
          <a:xfrm>
            <a:off x="7813548" y="2258568"/>
            <a:ext cx="150876" cy="150876"/>
          </a:xfrm>
          <a:prstGeom prst="rect">
            <a:avLst/>
          </a:prstGeom>
          <a:solidFill>
            <a:srgbClr val="FFFFFF"/>
          </a:solidFill>
          <a:ln w="6350">
            <a:solidFill>
              <a:srgbClr val="AAAAAA"/>
            </a:solidFill>
            <a:prstDash val="solid"/>
          </a:ln>
        </p:spPr>
      </p:sp>
      <p:sp>
        <p:nvSpPr>
          <p:cNvPr id="436" name="Shape 434"/>
          <p:cNvSpPr/>
          <p:nvPr/>
        </p:nvSpPr>
        <p:spPr>
          <a:xfrm>
            <a:off x="7964424" y="2258568"/>
            <a:ext cx="150876" cy="150876"/>
          </a:xfrm>
          <a:prstGeom prst="rect">
            <a:avLst/>
          </a:prstGeom>
          <a:solidFill>
            <a:srgbClr val="FFFFFF"/>
          </a:solidFill>
          <a:ln w="6350">
            <a:solidFill>
              <a:srgbClr val="AAAAAA"/>
            </a:solidFill>
            <a:prstDash val="solid"/>
          </a:ln>
        </p:spPr>
      </p:sp>
      <p:sp>
        <p:nvSpPr>
          <p:cNvPr id="437" name="Shape 435"/>
          <p:cNvSpPr/>
          <p:nvPr/>
        </p:nvSpPr>
        <p:spPr>
          <a:xfrm>
            <a:off x="8115300" y="2258568"/>
            <a:ext cx="150876" cy="150876"/>
          </a:xfrm>
          <a:prstGeom prst="rect">
            <a:avLst/>
          </a:prstGeom>
          <a:solidFill>
            <a:srgbClr val="FFFFFF"/>
          </a:solidFill>
          <a:ln w="6350">
            <a:solidFill>
              <a:srgbClr val="AAAAAA"/>
            </a:solidFill>
            <a:prstDash val="solid"/>
          </a:ln>
        </p:spPr>
      </p:sp>
      <p:sp>
        <p:nvSpPr>
          <p:cNvPr id="438" name="Shape 436"/>
          <p:cNvSpPr/>
          <p:nvPr/>
        </p:nvSpPr>
        <p:spPr>
          <a:xfrm>
            <a:off x="8266176" y="2258568"/>
            <a:ext cx="150876" cy="150876"/>
          </a:xfrm>
          <a:prstGeom prst="rect">
            <a:avLst/>
          </a:prstGeom>
          <a:solidFill>
            <a:srgbClr val="FFFFFF"/>
          </a:solidFill>
          <a:ln w="6350">
            <a:solidFill>
              <a:srgbClr val="AAAAAA"/>
            </a:solidFill>
            <a:prstDash val="solid"/>
          </a:ln>
        </p:spPr>
      </p:sp>
      <p:sp>
        <p:nvSpPr>
          <p:cNvPr id="439" name="Shape 437"/>
          <p:cNvSpPr/>
          <p:nvPr/>
        </p:nvSpPr>
        <p:spPr>
          <a:xfrm>
            <a:off x="8417052" y="2258568"/>
            <a:ext cx="150876" cy="150876"/>
          </a:xfrm>
          <a:prstGeom prst="rect">
            <a:avLst/>
          </a:prstGeom>
          <a:solidFill>
            <a:srgbClr val="FFFFFF"/>
          </a:solidFill>
          <a:ln w="6350">
            <a:solidFill>
              <a:srgbClr val="AAAAAA"/>
            </a:solidFill>
            <a:prstDash val="solid"/>
          </a:ln>
        </p:spPr>
      </p:sp>
      <p:sp>
        <p:nvSpPr>
          <p:cNvPr id="440" name="Shape 438"/>
          <p:cNvSpPr/>
          <p:nvPr/>
        </p:nvSpPr>
        <p:spPr>
          <a:xfrm>
            <a:off x="8567928" y="2258568"/>
            <a:ext cx="150876" cy="150876"/>
          </a:xfrm>
          <a:prstGeom prst="rect">
            <a:avLst/>
          </a:prstGeom>
          <a:solidFill>
            <a:srgbClr val="FFFFFF"/>
          </a:solidFill>
          <a:ln w="6350">
            <a:solidFill>
              <a:srgbClr val="AAAAAA"/>
            </a:solidFill>
            <a:prstDash val="solid"/>
          </a:ln>
        </p:spPr>
      </p:sp>
      <p:sp>
        <p:nvSpPr>
          <p:cNvPr id="441" name="Shape 439"/>
          <p:cNvSpPr/>
          <p:nvPr/>
        </p:nvSpPr>
        <p:spPr>
          <a:xfrm>
            <a:off x="8718804" y="2258568"/>
            <a:ext cx="150876" cy="150876"/>
          </a:xfrm>
          <a:prstGeom prst="rect">
            <a:avLst/>
          </a:prstGeom>
          <a:solidFill>
            <a:srgbClr val="FFFFFF"/>
          </a:solidFill>
          <a:ln w="6350">
            <a:solidFill>
              <a:srgbClr val="AAAAAA"/>
            </a:solidFill>
            <a:prstDash val="solid"/>
          </a:ln>
        </p:spPr>
      </p:sp>
      <p:sp>
        <p:nvSpPr>
          <p:cNvPr id="442" name="Shape 440"/>
          <p:cNvSpPr/>
          <p:nvPr/>
        </p:nvSpPr>
        <p:spPr>
          <a:xfrm>
            <a:off x="7360920" y="2409444"/>
            <a:ext cx="1508760" cy="0"/>
          </a:xfrm>
          <a:prstGeom prst="line">
            <a:avLst/>
          </a:prstGeom>
          <a:noFill/>
          <a:ln w="12700">
            <a:solidFill>
              <a:srgbClr val="CCCCCC"/>
            </a:solidFill>
            <a:prstDash val="solid"/>
          </a:ln>
        </p:spPr>
      </p:sp>
      <p:sp>
        <p:nvSpPr>
          <p:cNvPr id="443" name="Shape 441"/>
          <p:cNvSpPr/>
          <p:nvPr/>
        </p:nvSpPr>
        <p:spPr>
          <a:xfrm>
            <a:off x="7360920" y="2409444"/>
            <a:ext cx="150876" cy="150876"/>
          </a:xfrm>
          <a:prstGeom prst="rect">
            <a:avLst/>
          </a:prstGeom>
          <a:solidFill>
            <a:srgbClr val="FFFFFF"/>
          </a:solidFill>
          <a:ln w="6350">
            <a:solidFill>
              <a:srgbClr val="AAAAAA"/>
            </a:solidFill>
            <a:prstDash val="solid"/>
          </a:ln>
        </p:spPr>
      </p:sp>
      <p:sp>
        <p:nvSpPr>
          <p:cNvPr id="444" name="Shape 442"/>
          <p:cNvSpPr/>
          <p:nvPr/>
        </p:nvSpPr>
        <p:spPr>
          <a:xfrm>
            <a:off x="7511796" y="2409444"/>
            <a:ext cx="150876" cy="150876"/>
          </a:xfrm>
          <a:prstGeom prst="rect">
            <a:avLst/>
          </a:prstGeom>
          <a:solidFill>
            <a:srgbClr val="FFFFFF"/>
          </a:solidFill>
          <a:ln w="6350">
            <a:solidFill>
              <a:srgbClr val="AAAAAA"/>
            </a:solidFill>
            <a:prstDash val="solid"/>
          </a:ln>
        </p:spPr>
      </p:sp>
      <p:sp>
        <p:nvSpPr>
          <p:cNvPr id="445" name="Shape 443"/>
          <p:cNvSpPr/>
          <p:nvPr/>
        </p:nvSpPr>
        <p:spPr>
          <a:xfrm>
            <a:off x="7662672" y="2409444"/>
            <a:ext cx="150876" cy="150876"/>
          </a:xfrm>
          <a:prstGeom prst="rect">
            <a:avLst/>
          </a:prstGeom>
          <a:solidFill>
            <a:srgbClr val="FFFFFF"/>
          </a:solidFill>
          <a:ln w="6350">
            <a:solidFill>
              <a:srgbClr val="AAAAAA"/>
            </a:solidFill>
            <a:prstDash val="solid"/>
          </a:ln>
        </p:spPr>
      </p:sp>
      <p:sp>
        <p:nvSpPr>
          <p:cNvPr id="446" name="Shape 444"/>
          <p:cNvSpPr/>
          <p:nvPr/>
        </p:nvSpPr>
        <p:spPr>
          <a:xfrm>
            <a:off x="7813548" y="2409444"/>
            <a:ext cx="150876" cy="150876"/>
          </a:xfrm>
          <a:prstGeom prst="rect">
            <a:avLst/>
          </a:prstGeom>
          <a:solidFill>
            <a:srgbClr val="FFFFFF"/>
          </a:solidFill>
          <a:ln w="6350">
            <a:solidFill>
              <a:srgbClr val="AAAAAA"/>
            </a:solidFill>
            <a:prstDash val="solid"/>
          </a:ln>
        </p:spPr>
      </p:sp>
      <p:sp>
        <p:nvSpPr>
          <p:cNvPr id="447" name="Shape 445"/>
          <p:cNvSpPr/>
          <p:nvPr/>
        </p:nvSpPr>
        <p:spPr>
          <a:xfrm>
            <a:off x="7964424" y="2409444"/>
            <a:ext cx="150876" cy="150876"/>
          </a:xfrm>
          <a:prstGeom prst="rect">
            <a:avLst/>
          </a:prstGeom>
          <a:solidFill>
            <a:srgbClr val="FFFFFF"/>
          </a:solidFill>
          <a:ln w="6350">
            <a:solidFill>
              <a:srgbClr val="AAAAAA"/>
            </a:solidFill>
            <a:prstDash val="solid"/>
          </a:ln>
        </p:spPr>
      </p:sp>
      <p:sp>
        <p:nvSpPr>
          <p:cNvPr id="448" name="Shape 446"/>
          <p:cNvSpPr/>
          <p:nvPr/>
        </p:nvSpPr>
        <p:spPr>
          <a:xfrm>
            <a:off x="8115300" y="2409444"/>
            <a:ext cx="150876" cy="150876"/>
          </a:xfrm>
          <a:prstGeom prst="rect">
            <a:avLst/>
          </a:prstGeom>
          <a:solidFill>
            <a:srgbClr val="FFFFFF"/>
          </a:solidFill>
          <a:ln w="6350">
            <a:solidFill>
              <a:srgbClr val="AAAAAA"/>
            </a:solidFill>
            <a:prstDash val="solid"/>
          </a:ln>
        </p:spPr>
      </p:sp>
      <p:sp>
        <p:nvSpPr>
          <p:cNvPr id="449" name="Shape 447"/>
          <p:cNvSpPr/>
          <p:nvPr/>
        </p:nvSpPr>
        <p:spPr>
          <a:xfrm>
            <a:off x="8266176" y="2409444"/>
            <a:ext cx="150876" cy="150876"/>
          </a:xfrm>
          <a:prstGeom prst="rect">
            <a:avLst/>
          </a:prstGeom>
          <a:solidFill>
            <a:srgbClr val="FFFFFF"/>
          </a:solidFill>
          <a:ln w="6350">
            <a:solidFill>
              <a:srgbClr val="AAAAAA"/>
            </a:solidFill>
            <a:prstDash val="solid"/>
          </a:ln>
        </p:spPr>
      </p:sp>
      <p:sp>
        <p:nvSpPr>
          <p:cNvPr id="450" name="Shape 448"/>
          <p:cNvSpPr/>
          <p:nvPr/>
        </p:nvSpPr>
        <p:spPr>
          <a:xfrm>
            <a:off x="8417052" y="2409444"/>
            <a:ext cx="150876" cy="150876"/>
          </a:xfrm>
          <a:prstGeom prst="rect">
            <a:avLst/>
          </a:prstGeom>
          <a:solidFill>
            <a:srgbClr val="FFFFFF"/>
          </a:solidFill>
          <a:ln w="6350">
            <a:solidFill>
              <a:srgbClr val="AAAAAA"/>
            </a:solidFill>
            <a:prstDash val="solid"/>
          </a:ln>
        </p:spPr>
      </p:sp>
      <p:sp>
        <p:nvSpPr>
          <p:cNvPr id="451" name="Shape 449"/>
          <p:cNvSpPr/>
          <p:nvPr/>
        </p:nvSpPr>
        <p:spPr>
          <a:xfrm>
            <a:off x="8567928" y="2409444"/>
            <a:ext cx="150876" cy="150876"/>
          </a:xfrm>
          <a:prstGeom prst="rect">
            <a:avLst/>
          </a:prstGeom>
          <a:solidFill>
            <a:srgbClr val="FFFFFF"/>
          </a:solidFill>
          <a:ln w="6350">
            <a:solidFill>
              <a:srgbClr val="AAAAAA"/>
            </a:solidFill>
            <a:prstDash val="solid"/>
          </a:ln>
        </p:spPr>
      </p:sp>
      <p:sp>
        <p:nvSpPr>
          <p:cNvPr id="452" name="Shape 450"/>
          <p:cNvSpPr/>
          <p:nvPr/>
        </p:nvSpPr>
        <p:spPr>
          <a:xfrm>
            <a:off x="8718804" y="2409444"/>
            <a:ext cx="150876" cy="150876"/>
          </a:xfrm>
          <a:prstGeom prst="rect">
            <a:avLst/>
          </a:prstGeom>
          <a:solidFill>
            <a:srgbClr val="FFFFFF"/>
          </a:solidFill>
          <a:ln w="6350">
            <a:solidFill>
              <a:srgbClr val="AAAAAA"/>
            </a:solidFill>
            <a:prstDash val="solid"/>
          </a:ln>
        </p:spPr>
      </p:sp>
      <p:sp>
        <p:nvSpPr>
          <p:cNvPr id="453" name="Shape 451"/>
          <p:cNvSpPr/>
          <p:nvPr/>
        </p:nvSpPr>
        <p:spPr>
          <a:xfrm>
            <a:off x="7360920" y="2560320"/>
            <a:ext cx="1508760" cy="0"/>
          </a:xfrm>
          <a:prstGeom prst="line">
            <a:avLst/>
          </a:prstGeom>
          <a:noFill/>
          <a:ln w="12700">
            <a:solidFill>
              <a:srgbClr val="CCCCCC"/>
            </a:solidFill>
            <a:prstDash val="solid"/>
          </a:ln>
        </p:spPr>
      </p:sp>
      <p:sp>
        <p:nvSpPr>
          <p:cNvPr id="454" name="Shape 452"/>
          <p:cNvSpPr/>
          <p:nvPr/>
        </p:nvSpPr>
        <p:spPr>
          <a:xfrm>
            <a:off x="7360920" y="1051560"/>
            <a:ext cx="1508760" cy="1508760"/>
          </a:xfrm>
          <a:prstGeom prst="rect">
            <a:avLst/>
          </a:prstGeom>
          <a:solidFill>
            <a:srgbClr val="FFFFFF">
              <a:alpha val="0"/>
            </a:srgbClr>
          </a:solidFill>
          <a:ln w="28575">
            <a:solidFill>
              <a:srgbClr val="1B2A4A"/>
            </a:solidFill>
            <a:prstDash val="solid"/>
          </a:ln>
        </p:spPr>
      </p:sp>
      <p:sp>
        <p:nvSpPr>
          <p:cNvPr id="455" name="Text 453"/>
          <p:cNvSpPr/>
          <p:nvPr/>
        </p:nvSpPr>
        <p:spPr>
          <a:xfrm>
            <a:off x="7360920" y="2633472"/>
            <a:ext cx="1508760" cy="292608"/>
          </a:xfrm>
          <a:prstGeom prst="rect">
            <a:avLst/>
          </a:prstGeom>
          <a:noFill/>
          <a:ln/>
        </p:spPr>
        <p:txBody>
          <a:bodyPr wrap="square" lIns="0" tIns="0" rIns="0" bIns="0" rtlCol="0" anchor="ctr"/>
          <a:lstStyle/>
          <a:p>
            <a:pPr algn="ctr" indent="0" marL="0">
              <a:buNone/>
            </a:pPr>
            <a:r>
              <a:rPr lang="en-US" sz="1100" i="1" dirty="0">
                <a:solidFill>
                  <a:srgbClr val="5A5A7A"/>
                </a:solidFill>
              </a:rPr>
              <a:t>0.15 left over</a:t>
            </a:r>
            <a:endParaRPr lang="en-US" sz="1100" dirty="0"/>
          </a:p>
        </p:txBody>
      </p:sp>
      <p:sp>
        <p:nvSpPr>
          <p:cNvPr id="456" name="Shape 454"/>
          <p:cNvSpPr/>
          <p:nvPr/>
        </p:nvSpPr>
        <p:spPr>
          <a:xfrm>
            <a:off x="457200" y="3337560"/>
            <a:ext cx="8229600" cy="914400"/>
          </a:xfrm>
          <a:prstGeom prst="roundRect">
            <a:avLst>
              <a:gd name="adj" fmla="val 10000"/>
            </a:avLst>
          </a:prstGeom>
          <a:solidFill>
            <a:srgbClr val="FFFFFF"/>
          </a:solidFill>
          <a:ln w="6350">
            <a:solidFill>
              <a:srgbClr val="DDDDEE"/>
            </a:solidFill>
            <a:prstDash val="solid"/>
          </a:ln>
        </p:spPr>
      </p:sp>
      <p:sp>
        <p:nvSpPr>
          <p:cNvPr id="457" name="Text 455"/>
          <p:cNvSpPr/>
          <p:nvPr/>
        </p:nvSpPr>
        <p:spPr>
          <a:xfrm>
            <a:off x="640080" y="3401568"/>
            <a:ext cx="7863840" cy="786384"/>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68 hundredths + 47 hundredths = 115 hundredths. Trade 100 hundredths for 1 whole grid — 15 hundredths are left over. 0.68 + 0.47 = 1.15</a:t>
            </a:r>
            <a:endParaRPr lang="en-US" sz="1400" dirty="0"/>
          </a:p>
        </p:txBody>
      </p:sp>
      <p:sp>
        <p:nvSpPr>
          <p:cNvPr id="458" name="Shape 456"/>
          <p:cNvSpPr/>
          <p:nvPr/>
        </p:nvSpPr>
        <p:spPr>
          <a:xfrm>
            <a:off x="914400" y="4343400"/>
            <a:ext cx="7315200" cy="438912"/>
          </a:xfrm>
          <a:prstGeom prst="roundRect">
            <a:avLst>
              <a:gd name="adj" fmla="val 12500"/>
            </a:avLst>
          </a:prstGeom>
          <a:solidFill>
            <a:srgbClr val="464EB8"/>
          </a:solidFill>
          <a:ln w="12700">
            <a:solidFill>
              <a:srgbClr val="464EB8"/>
            </a:solidFill>
            <a:prstDash val="solid"/>
          </a:ln>
        </p:spPr>
      </p:sp>
      <p:sp>
        <p:nvSpPr>
          <p:cNvPr id="459" name="Text 457"/>
          <p:cNvSpPr/>
          <p:nvPr/>
        </p:nvSpPr>
        <p:spPr>
          <a:xfrm>
            <a:off x="914400" y="434340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why did a brand-new whole grid have to start?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Zoom to the Thousandths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548640" y="868680"/>
            <a:ext cx="109728" cy="109728"/>
          </a:xfrm>
          <a:prstGeom prst="rect">
            <a:avLst/>
          </a:prstGeom>
          <a:solidFill>
            <a:srgbClr val="4A3D8F"/>
          </a:solidFill>
          <a:ln w="6350">
            <a:solidFill>
              <a:srgbClr val="AAAAAA"/>
            </a:solidFill>
            <a:prstDash val="solid"/>
          </a:ln>
        </p:spPr>
      </p:sp>
      <p:sp>
        <p:nvSpPr>
          <p:cNvPr id="7" name="Shape 5"/>
          <p:cNvSpPr/>
          <p:nvPr/>
        </p:nvSpPr>
        <p:spPr>
          <a:xfrm>
            <a:off x="658368" y="868680"/>
            <a:ext cx="109728" cy="109728"/>
          </a:xfrm>
          <a:prstGeom prst="rect">
            <a:avLst/>
          </a:prstGeom>
          <a:solidFill>
            <a:srgbClr val="4A3D8F"/>
          </a:solidFill>
          <a:ln w="6350">
            <a:solidFill>
              <a:srgbClr val="AAAAAA"/>
            </a:solidFill>
            <a:prstDash val="solid"/>
          </a:ln>
        </p:spPr>
      </p:sp>
      <p:sp>
        <p:nvSpPr>
          <p:cNvPr id="8" name="Shape 6"/>
          <p:cNvSpPr/>
          <p:nvPr/>
        </p:nvSpPr>
        <p:spPr>
          <a:xfrm>
            <a:off x="768096" y="868680"/>
            <a:ext cx="109728" cy="109728"/>
          </a:xfrm>
          <a:prstGeom prst="rect">
            <a:avLst/>
          </a:prstGeom>
          <a:solidFill>
            <a:srgbClr val="4A3D8F"/>
          </a:solidFill>
          <a:ln w="6350">
            <a:solidFill>
              <a:srgbClr val="AAAAAA"/>
            </a:solidFill>
            <a:prstDash val="solid"/>
          </a:ln>
        </p:spPr>
      </p:sp>
      <p:sp>
        <p:nvSpPr>
          <p:cNvPr id="9" name="Shape 7"/>
          <p:cNvSpPr/>
          <p:nvPr/>
        </p:nvSpPr>
        <p:spPr>
          <a:xfrm>
            <a:off x="877824" y="868680"/>
            <a:ext cx="109728" cy="109728"/>
          </a:xfrm>
          <a:prstGeom prst="rect">
            <a:avLst/>
          </a:prstGeom>
          <a:solidFill>
            <a:srgbClr val="4A3D8F"/>
          </a:solidFill>
          <a:ln w="6350">
            <a:solidFill>
              <a:srgbClr val="AAAAAA"/>
            </a:solidFill>
            <a:prstDash val="solid"/>
          </a:ln>
        </p:spPr>
      </p:sp>
      <p:sp>
        <p:nvSpPr>
          <p:cNvPr id="10" name="Shape 8"/>
          <p:cNvSpPr/>
          <p:nvPr/>
        </p:nvSpPr>
        <p:spPr>
          <a:xfrm>
            <a:off x="987552" y="868680"/>
            <a:ext cx="109728" cy="109728"/>
          </a:xfrm>
          <a:prstGeom prst="rect">
            <a:avLst/>
          </a:prstGeom>
          <a:solidFill>
            <a:srgbClr val="4A3D8F"/>
          </a:solidFill>
          <a:ln w="6350">
            <a:solidFill>
              <a:srgbClr val="AAAAAA"/>
            </a:solidFill>
            <a:prstDash val="solid"/>
          </a:ln>
        </p:spPr>
      </p:sp>
      <p:sp>
        <p:nvSpPr>
          <p:cNvPr id="11" name="Shape 9"/>
          <p:cNvSpPr/>
          <p:nvPr/>
        </p:nvSpPr>
        <p:spPr>
          <a:xfrm>
            <a:off x="1097280" y="868680"/>
            <a:ext cx="109728" cy="109728"/>
          </a:xfrm>
          <a:prstGeom prst="rect">
            <a:avLst/>
          </a:prstGeom>
          <a:solidFill>
            <a:srgbClr val="4A3D8F"/>
          </a:solidFill>
          <a:ln w="6350">
            <a:solidFill>
              <a:srgbClr val="AAAAAA"/>
            </a:solidFill>
            <a:prstDash val="solid"/>
          </a:ln>
        </p:spPr>
      </p:sp>
      <p:sp>
        <p:nvSpPr>
          <p:cNvPr id="12" name="Shape 10"/>
          <p:cNvSpPr/>
          <p:nvPr/>
        </p:nvSpPr>
        <p:spPr>
          <a:xfrm>
            <a:off x="1207008" y="868680"/>
            <a:ext cx="109728" cy="109728"/>
          </a:xfrm>
          <a:prstGeom prst="rect">
            <a:avLst/>
          </a:prstGeom>
          <a:solidFill>
            <a:srgbClr val="4A3D8F"/>
          </a:solidFill>
          <a:ln w="6350">
            <a:solidFill>
              <a:srgbClr val="AAAAAA"/>
            </a:solidFill>
            <a:prstDash val="solid"/>
          </a:ln>
        </p:spPr>
      </p:sp>
      <p:sp>
        <p:nvSpPr>
          <p:cNvPr id="13" name="Shape 11"/>
          <p:cNvSpPr/>
          <p:nvPr/>
        </p:nvSpPr>
        <p:spPr>
          <a:xfrm>
            <a:off x="1316736" y="868680"/>
            <a:ext cx="109728" cy="109728"/>
          </a:xfrm>
          <a:prstGeom prst="rect">
            <a:avLst/>
          </a:prstGeom>
          <a:solidFill>
            <a:srgbClr val="4A3D8F"/>
          </a:solidFill>
          <a:ln w="6350">
            <a:solidFill>
              <a:srgbClr val="AAAAAA"/>
            </a:solidFill>
            <a:prstDash val="solid"/>
          </a:ln>
        </p:spPr>
      </p:sp>
      <p:sp>
        <p:nvSpPr>
          <p:cNvPr id="14" name="Shape 12"/>
          <p:cNvSpPr/>
          <p:nvPr/>
        </p:nvSpPr>
        <p:spPr>
          <a:xfrm>
            <a:off x="1426464" y="868680"/>
            <a:ext cx="109728" cy="109728"/>
          </a:xfrm>
          <a:prstGeom prst="rect">
            <a:avLst/>
          </a:prstGeom>
          <a:solidFill>
            <a:srgbClr val="4A3D8F"/>
          </a:solidFill>
          <a:ln w="6350">
            <a:solidFill>
              <a:srgbClr val="AAAAAA"/>
            </a:solidFill>
            <a:prstDash val="solid"/>
          </a:ln>
        </p:spPr>
      </p:sp>
      <p:sp>
        <p:nvSpPr>
          <p:cNvPr id="15" name="Shape 13"/>
          <p:cNvSpPr/>
          <p:nvPr/>
        </p:nvSpPr>
        <p:spPr>
          <a:xfrm>
            <a:off x="1536192" y="868680"/>
            <a:ext cx="109728" cy="109728"/>
          </a:xfrm>
          <a:prstGeom prst="rect">
            <a:avLst/>
          </a:prstGeom>
          <a:solidFill>
            <a:srgbClr val="4A3D8F"/>
          </a:solidFill>
          <a:ln w="6350">
            <a:solidFill>
              <a:srgbClr val="AAAAAA"/>
            </a:solidFill>
            <a:prstDash val="solid"/>
          </a:ln>
        </p:spPr>
      </p:sp>
      <p:sp>
        <p:nvSpPr>
          <p:cNvPr id="16" name="Shape 14"/>
          <p:cNvSpPr/>
          <p:nvPr/>
        </p:nvSpPr>
        <p:spPr>
          <a:xfrm>
            <a:off x="548640" y="978408"/>
            <a:ext cx="1097280" cy="0"/>
          </a:xfrm>
          <a:prstGeom prst="line">
            <a:avLst/>
          </a:prstGeom>
          <a:noFill/>
          <a:ln w="12700">
            <a:solidFill>
              <a:srgbClr val="CCCCCC"/>
            </a:solidFill>
            <a:prstDash val="solid"/>
          </a:ln>
        </p:spPr>
      </p:sp>
      <p:sp>
        <p:nvSpPr>
          <p:cNvPr id="17" name="Shape 15"/>
          <p:cNvSpPr/>
          <p:nvPr/>
        </p:nvSpPr>
        <p:spPr>
          <a:xfrm>
            <a:off x="548640" y="978408"/>
            <a:ext cx="109728" cy="109728"/>
          </a:xfrm>
          <a:prstGeom prst="rect">
            <a:avLst/>
          </a:prstGeom>
          <a:solidFill>
            <a:srgbClr val="4A3D8F"/>
          </a:solidFill>
          <a:ln w="6350">
            <a:solidFill>
              <a:srgbClr val="AAAAAA"/>
            </a:solidFill>
            <a:prstDash val="solid"/>
          </a:ln>
        </p:spPr>
      </p:sp>
      <p:sp>
        <p:nvSpPr>
          <p:cNvPr id="18" name="Shape 16"/>
          <p:cNvSpPr/>
          <p:nvPr/>
        </p:nvSpPr>
        <p:spPr>
          <a:xfrm>
            <a:off x="658368" y="978408"/>
            <a:ext cx="109728" cy="109728"/>
          </a:xfrm>
          <a:prstGeom prst="rect">
            <a:avLst/>
          </a:prstGeom>
          <a:solidFill>
            <a:srgbClr val="4A3D8F"/>
          </a:solidFill>
          <a:ln w="6350">
            <a:solidFill>
              <a:srgbClr val="AAAAAA"/>
            </a:solidFill>
            <a:prstDash val="solid"/>
          </a:ln>
        </p:spPr>
      </p:sp>
      <p:sp>
        <p:nvSpPr>
          <p:cNvPr id="19" name="Shape 17"/>
          <p:cNvSpPr/>
          <p:nvPr/>
        </p:nvSpPr>
        <p:spPr>
          <a:xfrm>
            <a:off x="768096" y="978408"/>
            <a:ext cx="109728" cy="109728"/>
          </a:xfrm>
          <a:prstGeom prst="rect">
            <a:avLst/>
          </a:prstGeom>
          <a:solidFill>
            <a:srgbClr val="4A3D8F"/>
          </a:solidFill>
          <a:ln w="6350">
            <a:solidFill>
              <a:srgbClr val="AAAAAA"/>
            </a:solidFill>
            <a:prstDash val="solid"/>
          </a:ln>
        </p:spPr>
      </p:sp>
      <p:sp>
        <p:nvSpPr>
          <p:cNvPr id="20" name="Shape 18"/>
          <p:cNvSpPr/>
          <p:nvPr/>
        </p:nvSpPr>
        <p:spPr>
          <a:xfrm>
            <a:off x="877824" y="978408"/>
            <a:ext cx="109728" cy="109728"/>
          </a:xfrm>
          <a:prstGeom prst="rect">
            <a:avLst/>
          </a:prstGeom>
          <a:solidFill>
            <a:srgbClr val="4A3D8F"/>
          </a:solidFill>
          <a:ln w="6350">
            <a:solidFill>
              <a:srgbClr val="AAAAAA"/>
            </a:solidFill>
            <a:prstDash val="solid"/>
          </a:ln>
        </p:spPr>
      </p:sp>
      <p:sp>
        <p:nvSpPr>
          <p:cNvPr id="21" name="Shape 19"/>
          <p:cNvSpPr/>
          <p:nvPr/>
        </p:nvSpPr>
        <p:spPr>
          <a:xfrm>
            <a:off x="987552" y="978408"/>
            <a:ext cx="109728" cy="109728"/>
          </a:xfrm>
          <a:prstGeom prst="rect">
            <a:avLst/>
          </a:prstGeom>
          <a:solidFill>
            <a:srgbClr val="4A3D8F"/>
          </a:solidFill>
          <a:ln w="6350">
            <a:solidFill>
              <a:srgbClr val="AAAAAA"/>
            </a:solidFill>
            <a:prstDash val="solid"/>
          </a:ln>
        </p:spPr>
      </p:sp>
      <p:sp>
        <p:nvSpPr>
          <p:cNvPr id="22" name="Shape 20"/>
          <p:cNvSpPr/>
          <p:nvPr/>
        </p:nvSpPr>
        <p:spPr>
          <a:xfrm>
            <a:off x="1097280" y="978408"/>
            <a:ext cx="109728" cy="109728"/>
          </a:xfrm>
          <a:prstGeom prst="rect">
            <a:avLst/>
          </a:prstGeom>
          <a:solidFill>
            <a:srgbClr val="4A3D8F"/>
          </a:solidFill>
          <a:ln w="6350">
            <a:solidFill>
              <a:srgbClr val="AAAAAA"/>
            </a:solidFill>
            <a:prstDash val="solid"/>
          </a:ln>
        </p:spPr>
      </p:sp>
      <p:sp>
        <p:nvSpPr>
          <p:cNvPr id="23" name="Shape 21"/>
          <p:cNvSpPr/>
          <p:nvPr/>
        </p:nvSpPr>
        <p:spPr>
          <a:xfrm>
            <a:off x="1207008" y="978408"/>
            <a:ext cx="109728" cy="109728"/>
          </a:xfrm>
          <a:prstGeom prst="rect">
            <a:avLst/>
          </a:prstGeom>
          <a:solidFill>
            <a:srgbClr val="4A3D8F"/>
          </a:solidFill>
          <a:ln w="6350">
            <a:solidFill>
              <a:srgbClr val="AAAAAA"/>
            </a:solidFill>
            <a:prstDash val="solid"/>
          </a:ln>
        </p:spPr>
      </p:sp>
      <p:sp>
        <p:nvSpPr>
          <p:cNvPr id="24" name="Shape 22"/>
          <p:cNvSpPr/>
          <p:nvPr/>
        </p:nvSpPr>
        <p:spPr>
          <a:xfrm>
            <a:off x="1316736" y="978408"/>
            <a:ext cx="109728" cy="109728"/>
          </a:xfrm>
          <a:prstGeom prst="rect">
            <a:avLst/>
          </a:prstGeom>
          <a:solidFill>
            <a:srgbClr val="4A3D8F"/>
          </a:solidFill>
          <a:ln w="6350">
            <a:solidFill>
              <a:srgbClr val="AAAAAA"/>
            </a:solidFill>
            <a:prstDash val="solid"/>
          </a:ln>
        </p:spPr>
      </p:sp>
      <p:sp>
        <p:nvSpPr>
          <p:cNvPr id="25" name="Shape 23"/>
          <p:cNvSpPr/>
          <p:nvPr/>
        </p:nvSpPr>
        <p:spPr>
          <a:xfrm>
            <a:off x="1426464" y="978408"/>
            <a:ext cx="109728" cy="109728"/>
          </a:xfrm>
          <a:prstGeom prst="rect">
            <a:avLst/>
          </a:prstGeom>
          <a:solidFill>
            <a:srgbClr val="4A3D8F"/>
          </a:solidFill>
          <a:ln w="6350">
            <a:solidFill>
              <a:srgbClr val="AAAAAA"/>
            </a:solidFill>
            <a:prstDash val="solid"/>
          </a:ln>
        </p:spPr>
      </p:sp>
      <p:sp>
        <p:nvSpPr>
          <p:cNvPr id="26" name="Shape 24"/>
          <p:cNvSpPr/>
          <p:nvPr/>
        </p:nvSpPr>
        <p:spPr>
          <a:xfrm>
            <a:off x="1536192" y="978408"/>
            <a:ext cx="109728" cy="109728"/>
          </a:xfrm>
          <a:prstGeom prst="rect">
            <a:avLst/>
          </a:prstGeom>
          <a:solidFill>
            <a:srgbClr val="4A3D8F"/>
          </a:solidFill>
          <a:ln w="6350">
            <a:solidFill>
              <a:srgbClr val="AAAAAA"/>
            </a:solidFill>
            <a:prstDash val="solid"/>
          </a:ln>
        </p:spPr>
      </p:sp>
      <p:sp>
        <p:nvSpPr>
          <p:cNvPr id="27" name="Shape 25"/>
          <p:cNvSpPr/>
          <p:nvPr/>
        </p:nvSpPr>
        <p:spPr>
          <a:xfrm>
            <a:off x="548640" y="1088136"/>
            <a:ext cx="1097280" cy="0"/>
          </a:xfrm>
          <a:prstGeom prst="line">
            <a:avLst/>
          </a:prstGeom>
          <a:noFill/>
          <a:ln w="12700">
            <a:solidFill>
              <a:srgbClr val="CCCCCC"/>
            </a:solidFill>
            <a:prstDash val="solid"/>
          </a:ln>
        </p:spPr>
      </p:sp>
      <p:sp>
        <p:nvSpPr>
          <p:cNvPr id="28" name="Shape 26"/>
          <p:cNvSpPr/>
          <p:nvPr/>
        </p:nvSpPr>
        <p:spPr>
          <a:xfrm>
            <a:off x="548640" y="1088136"/>
            <a:ext cx="109728" cy="109728"/>
          </a:xfrm>
          <a:prstGeom prst="rect">
            <a:avLst/>
          </a:prstGeom>
          <a:solidFill>
            <a:srgbClr val="4A3D8F"/>
          </a:solidFill>
          <a:ln w="6350">
            <a:solidFill>
              <a:srgbClr val="AAAAAA"/>
            </a:solidFill>
            <a:prstDash val="solid"/>
          </a:ln>
        </p:spPr>
      </p:sp>
      <p:sp>
        <p:nvSpPr>
          <p:cNvPr id="29" name="Shape 27"/>
          <p:cNvSpPr/>
          <p:nvPr/>
        </p:nvSpPr>
        <p:spPr>
          <a:xfrm>
            <a:off x="658368" y="1088136"/>
            <a:ext cx="109728" cy="109728"/>
          </a:xfrm>
          <a:prstGeom prst="rect">
            <a:avLst/>
          </a:prstGeom>
          <a:solidFill>
            <a:srgbClr val="4A3D8F"/>
          </a:solidFill>
          <a:ln w="6350">
            <a:solidFill>
              <a:srgbClr val="AAAAAA"/>
            </a:solidFill>
            <a:prstDash val="solid"/>
          </a:ln>
        </p:spPr>
      </p:sp>
      <p:sp>
        <p:nvSpPr>
          <p:cNvPr id="30" name="Shape 28"/>
          <p:cNvSpPr/>
          <p:nvPr/>
        </p:nvSpPr>
        <p:spPr>
          <a:xfrm>
            <a:off x="768096" y="1088136"/>
            <a:ext cx="109728" cy="109728"/>
          </a:xfrm>
          <a:prstGeom prst="rect">
            <a:avLst/>
          </a:prstGeom>
          <a:solidFill>
            <a:srgbClr val="4A3D8F"/>
          </a:solidFill>
          <a:ln w="6350">
            <a:solidFill>
              <a:srgbClr val="AAAAAA"/>
            </a:solidFill>
            <a:prstDash val="solid"/>
          </a:ln>
        </p:spPr>
      </p:sp>
      <p:sp>
        <p:nvSpPr>
          <p:cNvPr id="31" name="Shape 29"/>
          <p:cNvSpPr/>
          <p:nvPr/>
        </p:nvSpPr>
        <p:spPr>
          <a:xfrm>
            <a:off x="877824" y="1088136"/>
            <a:ext cx="109728" cy="109728"/>
          </a:xfrm>
          <a:prstGeom prst="rect">
            <a:avLst/>
          </a:prstGeom>
          <a:solidFill>
            <a:srgbClr val="FFFFFF"/>
          </a:solidFill>
          <a:ln w="6350">
            <a:solidFill>
              <a:srgbClr val="AAAAAA"/>
            </a:solidFill>
            <a:prstDash val="solid"/>
          </a:ln>
        </p:spPr>
      </p:sp>
      <p:sp>
        <p:nvSpPr>
          <p:cNvPr id="32" name="Shape 30"/>
          <p:cNvSpPr/>
          <p:nvPr/>
        </p:nvSpPr>
        <p:spPr>
          <a:xfrm>
            <a:off x="987552" y="1088136"/>
            <a:ext cx="109728" cy="109728"/>
          </a:xfrm>
          <a:prstGeom prst="rect">
            <a:avLst/>
          </a:prstGeom>
          <a:solidFill>
            <a:srgbClr val="FFFFFF"/>
          </a:solidFill>
          <a:ln w="6350">
            <a:solidFill>
              <a:srgbClr val="AAAAAA"/>
            </a:solidFill>
            <a:prstDash val="solid"/>
          </a:ln>
        </p:spPr>
      </p:sp>
      <p:sp>
        <p:nvSpPr>
          <p:cNvPr id="33" name="Shape 31"/>
          <p:cNvSpPr/>
          <p:nvPr/>
        </p:nvSpPr>
        <p:spPr>
          <a:xfrm>
            <a:off x="1097280" y="1088136"/>
            <a:ext cx="109728" cy="109728"/>
          </a:xfrm>
          <a:prstGeom prst="rect">
            <a:avLst/>
          </a:prstGeom>
          <a:solidFill>
            <a:srgbClr val="FFFFFF"/>
          </a:solidFill>
          <a:ln w="6350">
            <a:solidFill>
              <a:srgbClr val="AAAAAA"/>
            </a:solidFill>
            <a:prstDash val="solid"/>
          </a:ln>
        </p:spPr>
      </p:sp>
      <p:sp>
        <p:nvSpPr>
          <p:cNvPr id="34" name="Shape 32"/>
          <p:cNvSpPr/>
          <p:nvPr/>
        </p:nvSpPr>
        <p:spPr>
          <a:xfrm>
            <a:off x="1207008" y="1088136"/>
            <a:ext cx="109728" cy="109728"/>
          </a:xfrm>
          <a:prstGeom prst="rect">
            <a:avLst/>
          </a:prstGeom>
          <a:solidFill>
            <a:srgbClr val="FFFFFF"/>
          </a:solidFill>
          <a:ln w="6350">
            <a:solidFill>
              <a:srgbClr val="AAAAAA"/>
            </a:solidFill>
            <a:prstDash val="solid"/>
          </a:ln>
        </p:spPr>
      </p:sp>
      <p:sp>
        <p:nvSpPr>
          <p:cNvPr id="35" name="Shape 33"/>
          <p:cNvSpPr/>
          <p:nvPr/>
        </p:nvSpPr>
        <p:spPr>
          <a:xfrm>
            <a:off x="1316736" y="1088136"/>
            <a:ext cx="109728" cy="109728"/>
          </a:xfrm>
          <a:prstGeom prst="rect">
            <a:avLst/>
          </a:prstGeom>
          <a:solidFill>
            <a:srgbClr val="FFFFFF"/>
          </a:solidFill>
          <a:ln w="6350">
            <a:solidFill>
              <a:srgbClr val="AAAAAA"/>
            </a:solidFill>
            <a:prstDash val="solid"/>
          </a:ln>
        </p:spPr>
      </p:sp>
      <p:sp>
        <p:nvSpPr>
          <p:cNvPr id="36" name="Shape 34"/>
          <p:cNvSpPr/>
          <p:nvPr/>
        </p:nvSpPr>
        <p:spPr>
          <a:xfrm>
            <a:off x="1426464" y="1088136"/>
            <a:ext cx="109728" cy="109728"/>
          </a:xfrm>
          <a:prstGeom prst="rect">
            <a:avLst/>
          </a:prstGeom>
          <a:solidFill>
            <a:srgbClr val="FFFFFF"/>
          </a:solidFill>
          <a:ln w="6350">
            <a:solidFill>
              <a:srgbClr val="AAAAAA"/>
            </a:solidFill>
            <a:prstDash val="solid"/>
          </a:ln>
        </p:spPr>
      </p:sp>
      <p:sp>
        <p:nvSpPr>
          <p:cNvPr id="37" name="Shape 35"/>
          <p:cNvSpPr/>
          <p:nvPr/>
        </p:nvSpPr>
        <p:spPr>
          <a:xfrm>
            <a:off x="1536192" y="1088136"/>
            <a:ext cx="109728" cy="109728"/>
          </a:xfrm>
          <a:prstGeom prst="rect">
            <a:avLst/>
          </a:prstGeom>
          <a:solidFill>
            <a:srgbClr val="FFFFFF"/>
          </a:solidFill>
          <a:ln w="6350">
            <a:solidFill>
              <a:srgbClr val="AAAAAA"/>
            </a:solidFill>
            <a:prstDash val="solid"/>
          </a:ln>
        </p:spPr>
      </p:sp>
      <p:sp>
        <p:nvSpPr>
          <p:cNvPr id="38" name="Shape 36"/>
          <p:cNvSpPr/>
          <p:nvPr/>
        </p:nvSpPr>
        <p:spPr>
          <a:xfrm>
            <a:off x="548640" y="1197864"/>
            <a:ext cx="1097280" cy="0"/>
          </a:xfrm>
          <a:prstGeom prst="line">
            <a:avLst/>
          </a:prstGeom>
          <a:noFill/>
          <a:ln w="12700">
            <a:solidFill>
              <a:srgbClr val="CCCCCC"/>
            </a:solidFill>
            <a:prstDash val="solid"/>
          </a:ln>
        </p:spPr>
      </p:sp>
      <p:sp>
        <p:nvSpPr>
          <p:cNvPr id="39" name="Shape 37"/>
          <p:cNvSpPr/>
          <p:nvPr/>
        </p:nvSpPr>
        <p:spPr>
          <a:xfrm>
            <a:off x="548640" y="1197864"/>
            <a:ext cx="109728" cy="109728"/>
          </a:xfrm>
          <a:prstGeom prst="rect">
            <a:avLst/>
          </a:prstGeom>
          <a:solidFill>
            <a:srgbClr val="FFFFFF"/>
          </a:solidFill>
          <a:ln w="6350">
            <a:solidFill>
              <a:srgbClr val="AAAAAA"/>
            </a:solidFill>
            <a:prstDash val="solid"/>
          </a:ln>
        </p:spPr>
      </p:sp>
      <p:sp>
        <p:nvSpPr>
          <p:cNvPr id="40" name="Shape 38"/>
          <p:cNvSpPr/>
          <p:nvPr/>
        </p:nvSpPr>
        <p:spPr>
          <a:xfrm>
            <a:off x="658368" y="1197864"/>
            <a:ext cx="109728" cy="109728"/>
          </a:xfrm>
          <a:prstGeom prst="rect">
            <a:avLst/>
          </a:prstGeom>
          <a:solidFill>
            <a:srgbClr val="FFFFFF"/>
          </a:solidFill>
          <a:ln w="6350">
            <a:solidFill>
              <a:srgbClr val="AAAAAA"/>
            </a:solidFill>
            <a:prstDash val="solid"/>
          </a:ln>
        </p:spPr>
      </p:sp>
      <p:sp>
        <p:nvSpPr>
          <p:cNvPr id="41" name="Shape 39"/>
          <p:cNvSpPr/>
          <p:nvPr/>
        </p:nvSpPr>
        <p:spPr>
          <a:xfrm>
            <a:off x="768096" y="1197864"/>
            <a:ext cx="109728" cy="109728"/>
          </a:xfrm>
          <a:prstGeom prst="rect">
            <a:avLst/>
          </a:prstGeom>
          <a:solidFill>
            <a:srgbClr val="FFFFFF"/>
          </a:solidFill>
          <a:ln w="6350">
            <a:solidFill>
              <a:srgbClr val="AAAAAA"/>
            </a:solidFill>
            <a:prstDash val="solid"/>
          </a:ln>
        </p:spPr>
      </p:sp>
      <p:sp>
        <p:nvSpPr>
          <p:cNvPr id="42" name="Shape 40"/>
          <p:cNvSpPr/>
          <p:nvPr/>
        </p:nvSpPr>
        <p:spPr>
          <a:xfrm>
            <a:off x="877824" y="1197864"/>
            <a:ext cx="109728" cy="109728"/>
          </a:xfrm>
          <a:prstGeom prst="rect">
            <a:avLst/>
          </a:prstGeom>
          <a:solidFill>
            <a:srgbClr val="FFFFFF"/>
          </a:solidFill>
          <a:ln w="6350">
            <a:solidFill>
              <a:srgbClr val="AAAAAA"/>
            </a:solidFill>
            <a:prstDash val="solid"/>
          </a:ln>
        </p:spPr>
      </p:sp>
      <p:sp>
        <p:nvSpPr>
          <p:cNvPr id="43" name="Shape 41"/>
          <p:cNvSpPr/>
          <p:nvPr/>
        </p:nvSpPr>
        <p:spPr>
          <a:xfrm>
            <a:off x="987552" y="1197864"/>
            <a:ext cx="109728" cy="109728"/>
          </a:xfrm>
          <a:prstGeom prst="rect">
            <a:avLst/>
          </a:prstGeom>
          <a:solidFill>
            <a:srgbClr val="FFFFFF"/>
          </a:solidFill>
          <a:ln w="6350">
            <a:solidFill>
              <a:srgbClr val="AAAAAA"/>
            </a:solidFill>
            <a:prstDash val="solid"/>
          </a:ln>
        </p:spPr>
      </p:sp>
      <p:sp>
        <p:nvSpPr>
          <p:cNvPr id="44" name="Shape 42"/>
          <p:cNvSpPr/>
          <p:nvPr/>
        </p:nvSpPr>
        <p:spPr>
          <a:xfrm>
            <a:off x="1097280" y="1197864"/>
            <a:ext cx="109728" cy="109728"/>
          </a:xfrm>
          <a:prstGeom prst="rect">
            <a:avLst/>
          </a:prstGeom>
          <a:solidFill>
            <a:srgbClr val="FFFFFF"/>
          </a:solidFill>
          <a:ln w="6350">
            <a:solidFill>
              <a:srgbClr val="AAAAAA"/>
            </a:solidFill>
            <a:prstDash val="solid"/>
          </a:ln>
        </p:spPr>
      </p:sp>
      <p:sp>
        <p:nvSpPr>
          <p:cNvPr id="45" name="Shape 43"/>
          <p:cNvSpPr/>
          <p:nvPr/>
        </p:nvSpPr>
        <p:spPr>
          <a:xfrm>
            <a:off x="1207008" y="1197864"/>
            <a:ext cx="109728" cy="109728"/>
          </a:xfrm>
          <a:prstGeom prst="rect">
            <a:avLst/>
          </a:prstGeom>
          <a:solidFill>
            <a:srgbClr val="FFFFFF"/>
          </a:solidFill>
          <a:ln w="6350">
            <a:solidFill>
              <a:srgbClr val="AAAAAA"/>
            </a:solidFill>
            <a:prstDash val="solid"/>
          </a:ln>
        </p:spPr>
      </p:sp>
      <p:sp>
        <p:nvSpPr>
          <p:cNvPr id="46" name="Shape 44"/>
          <p:cNvSpPr/>
          <p:nvPr/>
        </p:nvSpPr>
        <p:spPr>
          <a:xfrm>
            <a:off x="1316736" y="1197864"/>
            <a:ext cx="109728" cy="109728"/>
          </a:xfrm>
          <a:prstGeom prst="rect">
            <a:avLst/>
          </a:prstGeom>
          <a:solidFill>
            <a:srgbClr val="FFFFFF"/>
          </a:solidFill>
          <a:ln w="6350">
            <a:solidFill>
              <a:srgbClr val="AAAAAA"/>
            </a:solidFill>
            <a:prstDash val="solid"/>
          </a:ln>
        </p:spPr>
      </p:sp>
      <p:sp>
        <p:nvSpPr>
          <p:cNvPr id="47" name="Shape 45"/>
          <p:cNvSpPr/>
          <p:nvPr/>
        </p:nvSpPr>
        <p:spPr>
          <a:xfrm>
            <a:off x="1426464" y="1197864"/>
            <a:ext cx="109728" cy="109728"/>
          </a:xfrm>
          <a:prstGeom prst="rect">
            <a:avLst/>
          </a:prstGeom>
          <a:solidFill>
            <a:srgbClr val="FFFFFF"/>
          </a:solidFill>
          <a:ln w="6350">
            <a:solidFill>
              <a:srgbClr val="AAAAAA"/>
            </a:solidFill>
            <a:prstDash val="solid"/>
          </a:ln>
        </p:spPr>
      </p:sp>
      <p:sp>
        <p:nvSpPr>
          <p:cNvPr id="48" name="Shape 46"/>
          <p:cNvSpPr/>
          <p:nvPr/>
        </p:nvSpPr>
        <p:spPr>
          <a:xfrm>
            <a:off x="1536192" y="1197864"/>
            <a:ext cx="109728" cy="109728"/>
          </a:xfrm>
          <a:prstGeom prst="rect">
            <a:avLst/>
          </a:prstGeom>
          <a:solidFill>
            <a:srgbClr val="FFFFFF"/>
          </a:solidFill>
          <a:ln w="6350">
            <a:solidFill>
              <a:srgbClr val="AAAAAA"/>
            </a:solidFill>
            <a:prstDash val="solid"/>
          </a:ln>
        </p:spPr>
      </p:sp>
      <p:sp>
        <p:nvSpPr>
          <p:cNvPr id="49" name="Shape 47"/>
          <p:cNvSpPr/>
          <p:nvPr/>
        </p:nvSpPr>
        <p:spPr>
          <a:xfrm>
            <a:off x="548640" y="1307592"/>
            <a:ext cx="1097280" cy="0"/>
          </a:xfrm>
          <a:prstGeom prst="line">
            <a:avLst/>
          </a:prstGeom>
          <a:noFill/>
          <a:ln w="12700">
            <a:solidFill>
              <a:srgbClr val="CCCCCC"/>
            </a:solidFill>
            <a:prstDash val="solid"/>
          </a:ln>
        </p:spPr>
      </p:sp>
      <p:sp>
        <p:nvSpPr>
          <p:cNvPr id="50" name="Shape 48"/>
          <p:cNvSpPr/>
          <p:nvPr/>
        </p:nvSpPr>
        <p:spPr>
          <a:xfrm>
            <a:off x="548640" y="1307592"/>
            <a:ext cx="109728" cy="109728"/>
          </a:xfrm>
          <a:prstGeom prst="rect">
            <a:avLst/>
          </a:prstGeom>
          <a:solidFill>
            <a:srgbClr val="FFFFFF"/>
          </a:solidFill>
          <a:ln w="6350">
            <a:solidFill>
              <a:srgbClr val="AAAAAA"/>
            </a:solidFill>
            <a:prstDash val="solid"/>
          </a:ln>
        </p:spPr>
      </p:sp>
      <p:sp>
        <p:nvSpPr>
          <p:cNvPr id="51" name="Shape 49"/>
          <p:cNvSpPr/>
          <p:nvPr/>
        </p:nvSpPr>
        <p:spPr>
          <a:xfrm>
            <a:off x="658368" y="1307592"/>
            <a:ext cx="109728" cy="109728"/>
          </a:xfrm>
          <a:prstGeom prst="rect">
            <a:avLst/>
          </a:prstGeom>
          <a:solidFill>
            <a:srgbClr val="FFFFFF"/>
          </a:solidFill>
          <a:ln w="6350">
            <a:solidFill>
              <a:srgbClr val="AAAAAA"/>
            </a:solidFill>
            <a:prstDash val="solid"/>
          </a:ln>
        </p:spPr>
      </p:sp>
      <p:sp>
        <p:nvSpPr>
          <p:cNvPr id="52" name="Shape 50"/>
          <p:cNvSpPr/>
          <p:nvPr/>
        </p:nvSpPr>
        <p:spPr>
          <a:xfrm>
            <a:off x="768096" y="1307592"/>
            <a:ext cx="109728" cy="109728"/>
          </a:xfrm>
          <a:prstGeom prst="rect">
            <a:avLst/>
          </a:prstGeom>
          <a:solidFill>
            <a:srgbClr val="FFFFFF"/>
          </a:solidFill>
          <a:ln w="6350">
            <a:solidFill>
              <a:srgbClr val="AAAAAA"/>
            </a:solidFill>
            <a:prstDash val="solid"/>
          </a:ln>
        </p:spPr>
      </p:sp>
      <p:sp>
        <p:nvSpPr>
          <p:cNvPr id="53" name="Shape 51"/>
          <p:cNvSpPr/>
          <p:nvPr/>
        </p:nvSpPr>
        <p:spPr>
          <a:xfrm>
            <a:off x="877824" y="1307592"/>
            <a:ext cx="109728" cy="109728"/>
          </a:xfrm>
          <a:prstGeom prst="rect">
            <a:avLst/>
          </a:prstGeom>
          <a:solidFill>
            <a:srgbClr val="FFFFFF"/>
          </a:solidFill>
          <a:ln w="6350">
            <a:solidFill>
              <a:srgbClr val="AAAAAA"/>
            </a:solidFill>
            <a:prstDash val="solid"/>
          </a:ln>
        </p:spPr>
      </p:sp>
      <p:sp>
        <p:nvSpPr>
          <p:cNvPr id="54" name="Shape 52"/>
          <p:cNvSpPr/>
          <p:nvPr/>
        </p:nvSpPr>
        <p:spPr>
          <a:xfrm>
            <a:off x="987552" y="1307592"/>
            <a:ext cx="109728" cy="109728"/>
          </a:xfrm>
          <a:prstGeom prst="rect">
            <a:avLst/>
          </a:prstGeom>
          <a:solidFill>
            <a:srgbClr val="FFFFFF"/>
          </a:solidFill>
          <a:ln w="6350">
            <a:solidFill>
              <a:srgbClr val="AAAAAA"/>
            </a:solidFill>
            <a:prstDash val="solid"/>
          </a:ln>
        </p:spPr>
      </p:sp>
      <p:sp>
        <p:nvSpPr>
          <p:cNvPr id="55" name="Shape 53"/>
          <p:cNvSpPr/>
          <p:nvPr/>
        </p:nvSpPr>
        <p:spPr>
          <a:xfrm>
            <a:off x="1097280" y="1307592"/>
            <a:ext cx="109728" cy="109728"/>
          </a:xfrm>
          <a:prstGeom prst="rect">
            <a:avLst/>
          </a:prstGeom>
          <a:solidFill>
            <a:srgbClr val="FFFFFF"/>
          </a:solidFill>
          <a:ln w="6350">
            <a:solidFill>
              <a:srgbClr val="AAAAAA"/>
            </a:solidFill>
            <a:prstDash val="solid"/>
          </a:ln>
        </p:spPr>
      </p:sp>
      <p:sp>
        <p:nvSpPr>
          <p:cNvPr id="56" name="Shape 54"/>
          <p:cNvSpPr/>
          <p:nvPr/>
        </p:nvSpPr>
        <p:spPr>
          <a:xfrm>
            <a:off x="1207008" y="1307592"/>
            <a:ext cx="109728" cy="109728"/>
          </a:xfrm>
          <a:prstGeom prst="rect">
            <a:avLst/>
          </a:prstGeom>
          <a:solidFill>
            <a:srgbClr val="FFFFFF"/>
          </a:solidFill>
          <a:ln w="6350">
            <a:solidFill>
              <a:srgbClr val="AAAAAA"/>
            </a:solidFill>
            <a:prstDash val="solid"/>
          </a:ln>
        </p:spPr>
      </p:sp>
      <p:sp>
        <p:nvSpPr>
          <p:cNvPr id="57" name="Shape 55"/>
          <p:cNvSpPr/>
          <p:nvPr/>
        </p:nvSpPr>
        <p:spPr>
          <a:xfrm>
            <a:off x="1316736" y="1307592"/>
            <a:ext cx="109728" cy="109728"/>
          </a:xfrm>
          <a:prstGeom prst="rect">
            <a:avLst/>
          </a:prstGeom>
          <a:solidFill>
            <a:srgbClr val="FFFFFF"/>
          </a:solidFill>
          <a:ln w="6350">
            <a:solidFill>
              <a:srgbClr val="AAAAAA"/>
            </a:solidFill>
            <a:prstDash val="solid"/>
          </a:ln>
        </p:spPr>
      </p:sp>
      <p:sp>
        <p:nvSpPr>
          <p:cNvPr id="58" name="Shape 56"/>
          <p:cNvSpPr/>
          <p:nvPr/>
        </p:nvSpPr>
        <p:spPr>
          <a:xfrm>
            <a:off x="1426464" y="1307592"/>
            <a:ext cx="109728" cy="109728"/>
          </a:xfrm>
          <a:prstGeom prst="rect">
            <a:avLst/>
          </a:prstGeom>
          <a:solidFill>
            <a:srgbClr val="FFFFFF"/>
          </a:solidFill>
          <a:ln w="6350">
            <a:solidFill>
              <a:srgbClr val="AAAAAA"/>
            </a:solidFill>
            <a:prstDash val="solid"/>
          </a:ln>
        </p:spPr>
      </p:sp>
      <p:sp>
        <p:nvSpPr>
          <p:cNvPr id="59" name="Shape 57"/>
          <p:cNvSpPr/>
          <p:nvPr/>
        </p:nvSpPr>
        <p:spPr>
          <a:xfrm>
            <a:off x="1536192" y="1307592"/>
            <a:ext cx="109728" cy="109728"/>
          </a:xfrm>
          <a:prstGeom prst="rect">
            <a:avLst/>
          </a:prstGeom>
          <a:solidFill>
            <a:srgbClr val="FFFFFF"/>
          </a:solidFill>
          <a:ln w="6350">
            <a:solidFill>
              <a:srgbClr val="AAAAAA"/>
            </a:solidFill>
            <a:prstDash val="solid"/>
          </a:ln>
        </p:spPr>
      </p:sp>
      <p:sp>
        <p:nvSpPr>
          <p:cNvPr id="60" name="Shape 58"/>
          <p:cNvSpPr/>
          <p:nvPr/>
        </p:nvSpPr>
        <p:spPr>
          <a:xfrm>
            <a:off x="548640" y="1417320"/>
            <a:ext cx="1097280" cy="0"/>
          </a:xfrm>
          <a:prstGeom prst="line">
            <a:avLst/>
          </a:prstGeom>
          <a:noFill/>
          <a:ln w="12700">
            <a:solidFill>
              <a:srgbClr val="CCCCCC"/>
            </a:solidFill>
            <a:prstDash val="solid"/>
          </a:ln>
        </p:spPr>
      </p:sp>
      <p:sp>
        <p:nvSpPr>
          <p:cNvPr id="61" name="Shape 59"/>
          <p:cNvSpPr/>
          <p:nvPr/>
        </p:nvSpPr>
        <p:spPr>
          <a:xfrm>
            <a:off x="548640" y="1417320"/>
            <a:ext cx="109728" cy="109728"/>
          </a:xfrm>
          <a:prstGeom prst="rect">
            <a:avLst/>
          </a:prstGeom>
          <a:solidFill>
            <a:srgbClr val="FFFFFF"/>
          </a:solidFill>
          <a:ln w="6350">
            <a:solidFill>
              <a:srgbClr val="AAAAAA"/>
            </a:solidFill>
            <a:prstDash val="solid"/>
          </a:ln>
        </p:spPr>
      </p:sp>
      <p:sp>
        <p:nvSpPr>
          <p:cNvPr id="62" name="Shape 60"/>
          <p:cNvSpPr/>
          <p:nvPr/>
        </p:nvSpPr>
        <p:spPr>
          <a:xfrm>
            <a:off x="658368" y="1417320"/>
            <a:ext cx="109728" cy="109728"/>
          </a:xfrm>
          <a:prstGeom prst="rect">
            <a:avLst/>
          </a:prstGeom>
          <a:solidFill>
            <a:srgbClr val="FFFFFF"/>
          </a:solidFill>
          <a:ln w="6350">
            <a:solidFill>
              <a:srgbClr val="AAAAAA"/>
            </a:solidFill>
            <a:prstDash val="solid"/>
          </a:ln>
        </p:spPr>
      </p:sp>
      <p:sp>
        <p:nvSpPr>
          <p:cNvPr id="63" name="Shape 61"/>
          <p:cNvSpPr/>
          <p:nvPr/>
        </p:nvSpPr>
        <p:spPr>
          <a:xfrm>
            <a:off x="768096" y="1417320"/>
            <a:ext cx="109728" cy="109728"/>
          </a:xfrm>
          <a:prstGeom prst="rect">
            <a:avLst/>
          </a:prstGeom>
          <a:solidFill>
            <a:srgbClr val="FFFFFF"/>
          </a:solidFill>
          <a:ln w="6350">
            <a:solidFill>
              <a:srgbClr val="AAAAAA"/>
            </a:solidFill>
            <a:prstDash val="solid"/>
          </a:ln>
        </p:spPr>
      </p:sp>
      <p:sp>
        <p:nvSpPr>
          <p:cNvPr id="64" name="Shape 62"/>
          <p:cNvSpPr/>
          <p:nvPr/>
        </p:nvSpPr>
        <p:spPr>
          <a:xfrm>
            <a:off x="877824" y="1417320"/>
            <a:ext cx="109728" cy="109728"/>
          </a:xfrm>
          <a:prstGeom prst="rect">
            <a:avLst/>
          </a:prstGeom>
          <a:solidFill>
            <a:srgbClr val="FFFFFF"/>
          </a:solidFill>
          <a:ln w="6350">
            <a:solidFill>
              <a:srgbClr val="AAAAAA"/>
            </a:solidFill>
            <a:prstDash val="solid"/>
          </a:ln>
        </p:spPr>
      </p:sp>
      <p:sp>
        <p:nvSpPr>
          <p:cNvPr id="65" name="Shape 63"/>
          <p:cNvSpPr/>
          <p:nvPr/>
        </p:nvSpPr>
        <p:spPr>
          <a:xfrm>
            <a:off x="987552" y="1417320"/>
            <a:ext cx="109728" cy="109728"/>
          </a:xfrm>
          <a:prstGeom prst="rect">
            <a:avLst/>
          </a:prstGeom>
          <a:solidFill>
            <a:srgbClr val="FFFFFF"/>
          </a:solidFill>
          <a:ln w="6350">
            <a:solidFill>
              <a:srgbClr val="AAAAAA"/>
            </a:solidFill>
            <a:prstDash val="solid"/>
          </a:ln>
        </p:spPr>
      </p:sp>
      <p:sp>
        <p:nvSpPr>
          <p:cNvPr id="66" name="Shape 64"/>
          <p:cNvSpPr/>
          <p:nvPr/>
        </p:nvSpPr>
        <p:spPr>
          <a:xfrm>
            <a:off x="1097280" y="1417320"/>
            <a:ext cx="109728" cy="109728"/>
          </a:xfrm>
          <a:prstGeom prst="rect">
            <a:avLst/>
          </a:prstGeom>
          <a:solidFill>
            <a:srgbClr val="FFFFFF"/>
          </a:solidFill>
          <a:ln w="6350">
            <a:solidFill>
              <a:srgbClr val="AAAAAA"/>
            </a:solidFill>
            <a:prstDash val="solid"/>
          </a:ln>
        </p:spPr>
      </p:sp>
      <p:sp>
        <p:nvSpPr>
          <p:cNvPr id="67" name="Shape 65"/>
          <p:cNvSpPr/>
          <p:nvPr/>
        </p:nvSpPr>
        <p:spPr>
          <a:xfrm>
            <a:off x="1207008" y="1417320"/>
            <a:ext cx="109728" cy="109728"/>
          </a:xfrm>
          <a:prstGeom prst="rect">
            <a:avLst/>
          </a:prstGeom>
          <a:solidFill>
            <a:srgbClr val="FFFFFF"/>
          </a:solidFill>
          <a:ln w="6350">
            <a:solidFill>
              <a:srgbClr val="AAAAAA"/>
            </a:solidFill>
            <a:prstDash val="solid"/>
          </a:ln>
        </p:spPr>
      </p:sp>
      <p:sp>
        <p:nvSpPr>
          <p:cNvPr id="68" name="Shape 66"/>
          <p:cNvSpPr/>
          <p:nvPr/>
        </p:nvSpPr>
        <p:spPr>
          <a:xfrm>
            <a:off x="1316736" y="1417320"/>
            <a:ext cx="109728" cy="109728"/>
          </a:xfrm>
          <a:prstGeom prst="rect">
            <a:avLst/>
          </a:prstGeom>
          <a:solidFill>
            <a:srgbClr val="FFFFFF"/>
          </a:solidFill>
          <a:ln w="6350">
            <a:solidFill>
              <a:srgbClr val="AAAAAA"/>
            </a:solidFill>
            <a:prstDash val="solid"/>
          </a:ln>
        </p:spPr>
      </p:sp>
      <p:sp>
        <p:nvSpPr>
          <p:cNvPr id="69" name="Shape 67"/>
          <p:cNvSpPr/>
          <p:nvPr/>
        </p:nvSpPr>
        <p:spPr>
          <a:xfrm>
            <a:off x="1426464" y="1417320"/>
            <a:ext cx="109728" cy="109728"/>
          </a:xfrm>
          <a:prstGeom prst="rect">
            <a:avLst/>
          </a:prstGeom>
          <a:solidFill>
            <a:srgbClr val="FFFFFF"/>
          </a:solidFill>
          <a:ln w="6350">
            <a:solidFill>
              <a:srgbClr val="AAAAAA"/>
            </a:solidFill>
            <a:prstDash val="solid"/>
          </a:ln>
        </p:spPr>
      </p:sp>
      <p:sp>
        <p:nvSpPr>
          <p:cNvPr id="70" name="Shape 68"/>
          <p:cNvSpPr/>
          <p:nvPr/>
        </p:nvSpPr>
        <p:spPr>
          <a:xfrm>
            <a:off x="1536192" y="1417320"/>
            <a:ext cx="109728" cy="109728"/>
          </a:xfrm>
          <a:prstGeom prst="rect">
            <a:avLst/>
          </a:prstGeom>
          <a:solidFill>
            <a:srgbClr val="FFFFFF"/>
          </a:solidFill>
          <a:ln w="6350">
            <a:solidFill>
              <a:srgbClr val="AAAAAA"/>
            </a:solidFill>
            <a:prstDash val="solid"/>
          </a:ln>
        </p:spPr>
      </p:sp>
      <p:sp>
        <p:nvSpPr>
          <p:cNvPr id="71" name="Shape 69"/>
          <p:cNvSpPr/>
          <p:nvPr/>
        </p:nvSpPr>
        <p:spPr>
          <a:xfrm>
            <a:off x="548640" y="1527048"/>
            <a:ext cx="1097280" cy="0"/>
          </a:xfrm>
          <a:prstGeom prst="line">
            <a:avLst/>
          </a:prstGeom>
          <a:noFill/>
          <a:ln w="12700">
            <a:solidFill>
              <a:srgbClr val="CCCCCC"/>
            </a:solidFill>
            <a:prstDash val="solid"/>
          </a:ln>
        </p:spPr>
      </p:sp>
      <p:sp>
        <p:nvSpPr>
          <p:cNvPr id="72" name="Shape 70"/>
          <p:cNvSpPr/>
          <p:nvPr/>
        </p:nvSpPr>
        <p:spPr>
          <a:xfrm>
            <a:off x="548640" y="1527048"/>
            <a:ext cx="109728" cy="109728"/>
          </a:xfrm>
          <a:prstGeom prst="rect">
            <a:avLst/>
          </a:prstGeom>
          <a:solidFill>
            <a:srgbClr val="FFFFFF"/>
          </a:solidFill>
          <a:ln w="6350">
            <a:solidFill>
              <a:srgbClr val="AAAAAA"/>
            </a:solidFill>
            <a:prstDash val="solid"/>
          </a:ln>
        </p:spPr>
      </p:sp>
      <p:sp>
        <p:nvSpPr>
          <p:cNvPr id="73" name="Shape 71"/>
          <p:cNvSpPr/>
          <p:nvPr/>
        </p:nvSpPr>
        <p:spPr>
          <a:xfrm>
            <a:off x="658368" y="1527048"/>
            <a:ext cx="109728" cy="109728"/>
          </a:xfrm>
          <a:prstGeom prst="rect">
            <a:avLst/>
          </a:prstGeom>
          <a:solidFill>
            <a:srgbClr val="FFFFFF"/>
          </a:solidFill>
          <a:ln w="6350">
            <a:solidFill>
              <a:srgbClr val="AAAAAA"/>
            </a:solidFill>
            <a:prstDash val="solid"/>
          </a:ln>
        </p:spPr>
      </p:sp>
      <p:sp>
        <p:nvSpPr>
          <p:cNvPr id="74" name="Shape 72"/>
          <p:cNvSpPr/>
          <p:nvPr/>
        </p:nvSpPr>
        <p:spPr>
          <a:xfrm>
            <a:off x="768096" y="1527048"/>
            <a:ext cx="109728" cy="109728"/>
          </a:xfrm>
          <a:prstGeom prst="rect">
            <a:avLst/>
          </a:prstGeom>
          <a:solidFill>
            <a:srgbClr val="FFFFFF"/>
          </a:solidFill>
          <a:ln w="6350">
            <a:solidFill>
              <a:srgbClr val="AAAAAA"/>
            </a:solidFill>
            <a:prstDash val="solid"/>
          </a:ln>
        </p:spPr>
      </p:sp>
      <p:sp>
        <p:nvSpPr>
          <p:cNvPr id="75" name="Shape 73"/>
          <p:cNvSpPr/>
          <p:nvPr/>
        </p:nvSpPr>
        <p:spPr>
          <a:xfrm>
            <a:off x="877824" y="1527048"/>
            <a:ext cx="109728" cy="109728"/>
          </a:xfrm>
          <a:prstGeom prst="rect">
            <a:avLst/>
          </a:prstGeom>
          <a:solidFill>
            <a:srgbClr val="FFFFFF"/>
          </a:solidFill>
          <a:ln w="6350">
            <a:solidFill>
              <a:srgbClr val="AAAAAA"/>
            </a:solidFill>
            <a:prstDash val="solid"/>
          </a:ln>
        </p:spPr>
      </p:sp>
      <p:sp>
        <p:nvSpPr>
          <p:cNvPr id="76" name="Shape 74"/>
          <p:cNvSpPr/>
          <p:nvPr/>
        </p:nvSpPr>
        <p:spPr>
          <a:xfrm>
            <a:off x="987552" y="1527048"/>
            <a:ext cx="109728" cy="109728"/>
          </a:xfrm>
          <a:prstGeom prst="rect">
            <a:avLst/>
          </a:prstGeom>
          <a:solidFill>
            <a:srgbClr val="FFFFFF"/>
          </a:solidFill>
          <a:ln w="6350">
            <a:solidFill>
              <a:srgbClr val="AAAAAA"/>
            </a:solidFill>
            <a:prstDash val="solid"/>
          </a:ln>
        </p:spPr>
      </p:sp>
      <p:sp>
        <p:nvSpPr>
          <p:cNvPr id="77" name="Shape 75"/>
          <p:cNvSpPr/>
          <p:nvPr/>
        </p:nvSpPr>
        <p:spPr>
          <a:xfrm>
            <a:off x="1097280" y="1527048"/>
            <a:ext cx="109728" cy="109728"/>
          </a:xfrm>
          <a:prstGeom prst="rect">
            <a:avLst/>
          </a:prstGeom>
          <a:solidFill>
            <a:srgbClr val="FFFFFF"/>
          </a:solidFill>
          <a:ln w="6350">
            <a:solidFill>
              <a:srgbClr val="AAAAAA"/>
            </a:solidFill>
            <a:prstDash val="solid"/>
          </a:ln>
        </p:spPr>
      </p:sp>
      <p:sp>
        <p:nvSpPr>
          <p:cNvPr id="78" name="Shape 76"/>
          <p:cNvSpPr/>
          <p:nvPr/>
        </p:nvSpPr>
        <p:spPr>
          <a:xfrm>
            <a:off x="1207008" y="1527048"/>
            <a:ext cx="109728" cy="109728"/>
          </a:xfrm>
          <a:prstGeom prst="rect">
            <a:avLst/>
          </a:prstGeom>
          <a:solidFill>
            <a:srgbClr val="FFFFFF"/>
          </a:solidFill>
          <a:ln w="6350">
            <a:solidFill>
              <a:srgbClr val="AAAAAA"/>
            </a:solidFill>
            <a:prstDash val="solid"/>
          </a:ln>
        </p:spPr>
      </p:sp>
      <p:sp>
        <p:nvSpPr>
          <p:cNvPr id="79" name="Shape 77"/>
          <p:cNvSpPr/>
          <p:nvPr/>
        </p:nvSpPr>
        <p:spPr>
          <a:xfrm>
            <a:off x="1316736" y="1527048"/>
            <a:ext cx="109728" cy="109728"/>
          </a:xfrm>
          <a:prstGeom prst="rect">
            <a:avLst/>
          </a:prstGeom>
          <a:solidFill>
            <a:srgbClr val="FFFFFF"/>
          </a:solidFill>
          <a:ln w="6350">
            <a:solidFill>
              <a:srgbClr val="AAAAAA"/>
            </a:solidFill>
            <a:prstDash val="solid"/>
          </a:ln>
        </p:spPr>
      </p:sp>
      <p:sp>
        <p:nvSpPr>
          <p:cNvPr id="80" name="Shape 78"/>
          <p:cNvSpPr/>
          <p:nvPr/>
        </p:nvSpPr>
        <p:spPr>
          <a:xfrm>
            <a:off x="1426464" y="1527048"/>
            <a:ext cx="109728" cy="109728"/>
          </a:xfrm>
          <a:prstGeom prst="rect">
            <a:avLst/>
          </a:prstGeom>
          <a:solidFill>
            <a:srgbClr val="FFFFFF"/>
          </a:solidFill>
          <a:ln w="6350">
            <a:solidFill>
              <a:srgbClr val="AAAAAA"/>
            </a:solidFill>
            <a:prstDash val="solid"/>
          </a:ln>
        </p:spPr>
      </p:sp>
      <p:sp>
        <p:nvSpPr>
          <p:cNvPr id="81" name="Shape 79"/>
          <p:cNvSpPr/>
          <p:nvPr/>
        </p:nvSpPr>
        <p:spPr>
          <a:xfrm>
            <a:off x="1536192" y="1527048"/>
            <a:ext cx="109728" cy="109728"/>
          </a:xfrm>
          <a:prstGeom prst="rect">
            <a:avLst/>
          </a:prstGeom>
          <a:solidFill>
            <a:srgbClr val="FFFFFF"/>
          </a:solidFill>
          <a:ln w="6350">
            <a:solidFill>
              <a:srgbClr val="AAAAAA"/>
            </a:solidFill>
            <a:prstDash val="solid"/>
          </a:ln>
        </p:spPr>
      </p:sp>
      <p:sp>
        <p:nvSpPr>
          <p:cNvPr id="82" name="Shape 80"/>
          <p:cNvSpPr/>
          <p:nvPr/>
        </p:nvSpPr>
        <p:spPr>
          <a:xfrm>
            <a:off x="548640" y="1636776"/>
            <a:ext cx="1097280" cy="0"/>
          </a:xfrm>
          <a:prstGeom prst="line">
            <a:avLst/>
          </a:prstGeom>
          <a:noFill/>
          <a:ln w="12700">
            <a:solidFill>
              <a:srgbClr val="CCCCCC"/>
            </a:solidFill>
            <a:prstDash val="solid"/>
          </a:ln>
        </p:spPr>
      </p:sp>
      <p:sp>
        <p:nvSpPr>
          <p:cNvPr id="83" name="Shape 81"/>
          <p:cNvSpPr/>
          <p:nvPr/>
        </p:nvSpPr>
        <p:spPr>
          <a:xfrm>
            <a:off x="548640" y="1636776"/>
            <a:ext cx="109728" cy="109728"/>
          </a:xfrm>
          <a:prstGeom prst="rect">
            <a:avLst/>
          </a:prstGeom>
          <a:solidFill>
            <a:srgbClr val="FFFFFF"/>
          </a:solidFill>
          <a:ln w="6350">
            <a:solidFill>
              <a:srgbClr val="AAAAAA"/>
            </a:solidFill>
            <a:prstDash val="solid"/>
          </a:ln>
        </p:spPr>
      </p:sp>
      <p:sp>
        <p:nvSpPr>
          <p:cNvPr id="84" name="Shape 82"/>
          <p:cNvSpPr/>
          <p:nvPr/>
        </p:nvSpPr>
        <p:spPr>
          <a:xfrm>
            <a:off x="658368" y="1636776"/>
            <a:ext cx="109728" cy="109728"/>
          </a:xfrm>
          <a:prstGeom prst="rect">
            <a:avLst/>
          </a:prstGeom>
          <a:solidFill>
            <a:srgbClr val="FFFFFF"/>
          </a:solidFill>
          <a:ln w="6350">
            <a:solidFill>
              <a:srgbClr val="AAAAAA"/>
            </a:solidFill>
            <a:prstDash val="solid"/>
          </a:ln>
        </p:spPr>
      </p:sp>
      <p:sp>
        <p:nvSpPr>
          <p:cNvPr id="85" name="Shape 83"/>
          <p:cNvSpPr/>
          <p:nvPr/>
        </p:nvSpPr>
        <p:spPr>
          <a:xfrm>
            <a:off x="768096" y="1636776"/>
            <a:ext cx="109728" cy="109728"/>
          </a:xfrm>
          <a:prstGeom prst="rect">
            <a:avLst/>
          </a:prstGeom>
          <a:solidFill>
            <a:srgbClr val="FFFFFF"/>
          </a:solidFill>
          <a:ln w="6350">
            <a:solidFill>
              <a:srgbClr val="AAAAAA"/>
            </a:solidFill>
            <a:prstDash val="solid"/>
          </a:ln>
        </p:spPr>
      </p:sp>
      <p:sp>
        <p:nvSpPr>
          <p:cNvPr id="86" name="Shape 84"/>
          <p:cNvSpPr/>
          <p:nvPr/>
        </p:nvSpPr>
        <p:spPr>
          <a:xfrm>
            <a:off x="877824" y="1636776"/>
            <a:ext cx="109728" cy="109728"/>
          </a:xfrm>
          <a:prstGeom prst="rect">
            <a:avLst/>
          </a:prstGeom>
          <a:solidFill>
            <a:srgbClr val="FFFFFF"/>
          </a:solidFill>
          <a:ln w="6350">
            <a:solidFill>
              <a:srgbClr val="AAAAAA"/>
            </a:solidFill>
            <a:prstDash val="solid"/>
          </a:ln>
        </p:spPr>
      </p:sp>
      <p:sp>
        <p:nvSpPr>
          <p:cNvPr id="87" name="Shape 85"/>
          <p:cNvSpPr/>
          <p:nvPr/>
        </p:nvSpPr>
        <p:spPr>
          <a:xfrm>
            <a:off x="987552" y="1636776"/>
            <a:ext cx="109728" cy="109728"/>
          </a:xfrm>
          <a:prstGeom prst="rect">
            <a:avLst/>
          </a:prstGeom>
          <a:solidFill>
            <a:srgbClr val="FFFFFF"/>
          </a:solidFill>
          <a:ln w="6350">
            <a:solidFill>
              <a:srgbClr val="AAAAAA"/>
            </a:solidFill>
            <a:prstDash val="solid"/>
          </a:ln>
        </p:spPr>
      </p:sp>
      <p:sp>
        <p:nvSpPr>
          <p:cNvPr id="88" name="Shape 86"/>
          <p:cNvSpPr/>
          <p:nvPr/>
        </p:nvSpPr>
        <p:spPr>
          <a:xfrm>
            <a:off x="1097280" y="1636776"/>
            <a:ext cx="109728" cy="109728"/>
          </a:xfrm>
          <a:prstGeom prst="rect">
            <a:avLst/>
          </a:prstGeom>
          <a:solidFill>
            <a:srgbClr val="FFFFFF"/>
          </a:solidFill>
          <a:ln w="6350">
            <a:solidFill>
              <a:srgbClr val="AAAAAA"/>
            </a:solidFill>
            <a:prstDash val="solid"/>
          </a:ln>
        </p:spPr>
      </p:sp>
      <p:sp>
        <p:nvSpPr>
          <p:cNvPr id="89" name="Shape 87"/>
          <p:cNvSpPr/>
          <p:nvPr/>
        </p:nvSpPr>
        <p:spPr>
          <a:xfrm>
            <a:off x="1207008" y="1636776"/>
            <a:ext cx="109728" cy="109728"/>
          </a:xfrm>
          <a:prstGeom prst="rect">
            <a:avLst/>
          </a:prstGeom>
          <a:solidFill>
            <a:srgbClr val="FFFFFF"/>
          </a:solidFill>
          <a:ln w="6350">
            <a:solidFill>
              <a:srgbClr val="AAAAAA"/>
            </a:solidFill>
            <a:prstDash val="solid"/>
          </a:ln>
        </p:spPr>
      </p:sp>
      <p:sp>
        <p:nvSpPr>
          <p:cNvPr id="90" name="Shape 88"/>
          <p:cNvSpPr/>
          <p:nvPr/>
        </p:nvSpPr>
        <p:spPr>
          <a:xfrm>
            <a:off x="1316736" y="1636776"/>
            <a:ext cx="109728" cy="109728"/>
          </a:xfrm>
          <a:prstGeom prst="rect">
            <a:avLst/>
          </a:prstGeom>
          <a:solidFill>
            <a:srgbClr val="FFFFFF"/>
          </a:solidFill>
          <a:ln w="6350">
            <a:solidFill>
              <a:srgbClr val="AAAAAA"/>
            </a:solidFill>
            <a:prstDash val="solid"/>
          </a:ln>
        </p:spPr>
      </p:sp>
      <p:sp>
        <p:nvSpPr>
          <p:cNvPr id="91" name="Shape 89"/>
          <p:cNvSpPr/>
          <p:nvPr/>
        </p:nvSpPr>
        <p:spPr>
          <a:xfrm>
            <a:off x="1426464" y="1636776"/>
            <a:ext cx="109728" cy="109728"/>
          </a:xfrm>
          <a:prstGeom prst="rect">
            <a:avLst/>
          </a:prstGeom>
          <a:solidFill>
            <a:srgbClr val="FFFFFF"/>
          </a:solidFill>
          <a:ln w="6350">
            <a:solidFill>
              <a:srgbClr val="AAAAAA"/>
            </a:solidFill>
            <a:prstDash val="solid"/>
          </a:ln>
        </p:spPr>
      </p:sp>
      <p:sp>
        <p:nvSpPr>
          <p:cNvPr id="92" name="Shape 90"/>
          <p:cNvSpPr/>
          <p:nvPr/>
        </p:nvSpPr>
        <p:spPr>
          <a:xfrm>
            <a:off x="1536192" y="1636776"/>
            <a:ext cx="109728" cy="109728"/>
          </a:xfrm>
          <a:prstGeom prst="rect">
            <a:avLst/>
          </a:prstGeom>
          <a:solidFill>
            <a:srgbClr val="FFFFFF"/>
          </a:solidFill>
          <a:ln w="6350">
            <a:solidFill>
              <a:srgbClr val="AAAAAA"/>
            </a:solidFill>
            <a:prstDash val="solid"/>
          </a:ln>
        </p:spPr>
      </p:sp>
      <p:sp>
        <p:nvSpPr>
          <p:cNvPr id="93" name="Shape 91"/>
          <p:cNvSpPr/>
          <p:nvPr/>
        </p:nvSpPr>
        <p:spPr>
          <a:xfrm>
            <a:off x="548640" y="1746504"/>
            <a:ext cx="1097280" cy="0"/>
          </a:xfrm>
          <a:prstGeom prst="line">
            <a:avLst/>
          </a:prstGeom>
          <a:noFill/>
          <a:ln w="12700">
            <a:solidFill>
              <a:srgbClr val="CCCCCC"/>
            </a:solidFill>
            <a:prstDash val="solid"/>
          </a:ln>
        </p:spPr>
      </p:sp>
      <p:sp>
        <p:nvSpPr>
          <p:cNvPr id="94" name="Shape 92"/>
          <p:cNvSpPr/>
          <p:nvPr/>
        </p:nvSpPr>
        <p:spPr>
          <a:xfrm>
            <a:off x="548640" y="1746504"/>
            <a:ext cx="109728" cy="109728"/>
          </a:xfrm>
          <a:prstGeom prst="rect">
            <a:avLst/>
          </a:prstGeom>
          <a:solidFill>
            <a:srgbClr val="FFFFFF"/>
          </a:solidFill>
          <a:ln w="6350">
            <a:solidFill>
              <a:srgbClr val="AAAAAA"/>
            </a:solidFill>
            <a:prstDash val="solid"/>
          </a:ln>
        </p:spPr>
      </p:sp>
      <p:sp>
        <p:nvSpPr>
          <p:cNvPr id="95" name="Shape 93"/>
          <p:cNvSpPr/>
          <p:nvPr/>
        </p:nvSpPr>
        <p:spPr>
          <a:xfrm>
            <a:off x="658368" y="1746504"/>
            <a:ext cx="109728" cy="109728"/>
          </a:xfrm>
          <a:prstGeom prst="rect">
            <a:avLst/>
          </a:prstGeom>
          <a:solidFill>
            <a:srgbClr val="FFFFFF"/>
          </a:solidFill>
          <a:ln w="6350">
            <a:solidFill>
              <a:srgbClr val="AAAAAA"/>
            </a:solidFill>
            <a:prstDash val="solid"/>
          </a:ln>
        </p:spPr>
      </p:sp>
      <p:sp>
        <p:nvSpPr>
          <p:cNvPr id="96" name="Shape 94"/>
          <p:cNvSpPr/>
          <p:nvPr/>
        </p:nvSpPr>
        <p:spPr>
          <a:xfrm>
            <a:off x="768096" y="1746504"/>
            <a:ext cx="109728" cy="109728"/>
          </a:xfrm>
          <a:prstGeom prst="rect">
            <a:avLst/>
          </a:prstGeom>
          <a:solidFill>
            <a:srgbClr val="FFFFFF"/>
          </a:solidFill>
          <a:ln w="6350">
            <a:solidFill>
              <a:srgbClr val="AAAAAA"/>
            </a:solidFill>
            <a:prstDash val="solid"/>
          </a:ln>
        </p:spPr>
      </p:sp>
      <p:sp>
        <p:nvSpPr>
          <p:cNvPr id="97" name="Shape 95"/>
          <p:cNvSpPr/>
          <p:nvPr/>
        </p:nvSpPr>
        <p:spPr>
          <a:xfrm>
            <a:off x="877824" y="1746504"/>
            <a:ext cx="109728" cy="109728"/>
          </a:xfrm>
          <a:prstGeom prst="rect">
            <a:avLst/>
          </a:prstGeom>
          <a:solidFill>
            <a:srgbClr val="FFFFFF"/>
          </a:solidFill>
          <a:ln w="6350">
            <a:solidFill>
              <a:srgbClr val="AAAAAA"/>
            </a:solidFill>
            <a:prstDash val="solid"/>
          </a:ln>
        </p:spPr>
      </p:sp>
      <p:sp>
        <p:nvSpPr>
          <p:cNvPr id="98" name="Shape 96"/>
          <p:cNvSpPr/>
          <p:nvPr/>
        </p:nvSpPr>
        <p:spPr>
          <a:xfrm>
            <a:off x="987552" y="1746504"/>
            <a:ext cx="109728" cy="109728"/>
          </a:xfrm>
          <a:prstGeom prst="rect">
            <a:avLst/>
          </a:prstGeom>
          <a:solidFill>
            <a:srgbClr val="FFFFFF"/>
          </a:solidFill>
          <a:ln w="6350">
            <a:solidFill>
              <a:srgbClr val="AAAAAA"/>
            </a:solidFill>
            <a:prstDash val="solid"/>
          </a:ln>
        </p:spPr>
      </p:sp>
      <p:sp>
        <p:nvSpPr>
          <p:cNvPr id="99" name="Shape 97"/>
          <p:cNvSpPr/>
          <p:nvPr/>
        </p:nvSpPr>
        <p:spPr>
          <a:xfrm>
            <a:off x="1097280" y="1746504"/>
            <a:ext cx="109728" cy="109728"/>
          </a:xfrm>
          <a:prstGeom prst="rect">
            <a:avLst/>
          </a:prstGeom>
          <a:solidFill>
            <a:srgbClr val="FFFFFF"/>
          </a:solidFill>
          <a:ln w="6350">
            <a:solidFill>
              <a:srgbClr val="AAAAAA"/>
            </a:solidFill>
            <a:prstDash val="solid"/>
          </a:ln>
        </p:spPr>
      </p:sp>
      <p:sp>
        <p:nvSpPr>
          <p:cNvPr id="100" name="Shape 98"/>
          <p:cNvSpPr/>
          <p:nvPr/>
        </p:nvSpPr>
        <p:spPr>
          <a:xfrm>
            <a:off x="1207008" y="1746504"/>
            <a:ext cx="109728" cy="109728"/>
          </a:xfrm>
          <a:prstGeom prst="rect">
            <a:avLst/>
          </a:prstGeom>
          <a:solidFill>
            <a:srgbClr val="FFFFFF"/>
          </a:solidFill>
          <a:ln w="6350">
            <a:solidFill>
              <a:srgbClr val="AAAAAA"/>
            </a:solidFill>
            <a:prstDash val="solid"/>
          </a:ln>
        </p:spPr>
      </p:sp>
      <p:sp>
        <p:nvSpPr>
          <p:cNvPr id="101" name="Shape 99"/>
          <p:cNvSpPr/>
          <p:nvPr/>
        </p:nvSpPr>
        <p:spPr>
          <a:xfrm>
            <a:off x="1316736" y="1746504"/>
            <a:ext cx="109728" cy="109728"/>
          </a:xfrm>
          <a:prstGeom prst="rect">
            <a:avLst/>
          </a:prstGeom>
          <a:solidFill>
            <a:srgbClr val="FFFFFF"/>
          </a:solidFill>
          <a:ln w="6350">
            <a:solidFill>
              <a:srgbClr val="AAAAAA"/>
            </a:solidFill>
            <a:prstDash val="solid"/>
          </a:ln>
        </p:spPr>
      </p:sp>
      <p:sp>
        <p:nvSpPr>
          <p:cNvPr id="102" name="Shape 100"/>
          <p:cNvSpPr/>
          <p:nvPr/>
        </p:nvSpPr>
        <p:spPr>
          <a:xfrm>
            <a:off x="1426464" y="1746504"/>
            <a:ext cx="109728" cy="109728"/>
          </a:xfrm>
          <a:prstGeom prst="rect">
            <a:avLst/>
          </a:prstGeom>
          <a:solidFill>
            <a:srgbClr val="FFFFFF"/>
          </a:solidFill>
          <a:ln w="6350">
            <a:solidFill>
              <a:srgbClr val="AAAAAA"/>
            </a:solidFill>
            <a:prstDash val="solid"/>
          </a:ln>
        </p:spPr>
      </p:sp>
      <p:sp>
        <p:nvSpPr>
          <p:cNvPr id="103" name="Shape 101"/>
          <p:cNvSpPr/>
          <p:nvPr/>
        </p:nvSpPr>
        <p:spPr>
          <a:xfrm>
            <a:off x="1536192" y="1746504"/>
            <a:ext cx="109728" cy="109728"/>
          </a:xfrm>
          <a:prstGeom prst="rect">
            <a:avLst/>
          </a:prstGeom>
          <a:solidFill>
            <a:srgbClr val="FFFFFF"/>
          </a:solidFill>
          <a:ln w="6350">
            <a:solidFill>
              <a:srgbClr val="AAAAAA"/>
            </a:solidFill>
            <a:prstDash val="solid"/>
          </a:ln>
        </p:spPr>
      </p:sp>
      <p:sp>
        <p:nvSpPr>
          <p:cNvPr id="104" name="Shape 102"/>
          <p:cNvSpPr/>
          <p:nvPr/>
        </p:nvSpPr>
        <p:spPr>
          <a:xfrm>
            <a:off x="548640" y="1856232"/>
            <a:ext cx="1097280" cy="0"/>
          </a:xfrm>
          <a:prstGeom prst="line">
            <a:avLst/>
          </a:prstGeom>
          <a:noFill/>
          <a:ln w="12700">
            <a:solidFill>
              <a:srgbClr val="CCCCCC"/>
            </a:solidFill>
            <a:prstDash val="solid"/>
          </a:ln>
        </p:spPr>
      </p:sp>
      <p:sp>
        <p:nvSpPr>
          <p:cNvPr id="105" name="Shape 103"/>
          <p:cNvSpPr/>
          <p:nvPr/>
        </p:nvSpPr>
        <p:spPr>
          <a:xfrm>
            <a:off x="548640" y="1856232"/>
            <a:ext cx="109728" cy="109728"/>
          </a:xfrm>
          <a:prstGeom prst="rect">
            <a:avLst/>
          </a:prstGeom>
          <a:solidFill>
            <a:srgbClr val="FFFFFF"/>
          </a:solidFill>
          <a:ln w="6350">
            <a:solidFill>
              <a:srgbClr val="AAAAAA"/>
            </a:solidFill>
            <a:prstDash val="solid"/>
          </a:ln>
        </p:spPr>
      </p:sp>
      <p:sp>
        <p:nvSpPr>
          <p:cNvPr id="106" name="Shape 104"/>
          <p:cNvSpPr/>
          <p:nvPr/>
        </p:nvSpPr>
        <p:spPr>
          <a:xfrm>
            <a:off x="658368" y="1856232"/>
            <a:ext cx="109728" cy="109728"/>
          </a:xfrm>
          <a:prstGeom prst="rect">
            <a:avLst/>
          </a:prstGeom>
          <a:solidFill>
            <a:srgbClr val="FFFFFF"/>
          </a:solidFill>
          <a:ln w="6350">
            <a:solidFill>
              <a:srgbClr val="AAAAAA"/>
            </a:solidFill>
            <a:prstDash val="solid"/>
          </a:ln>
        </p:spPr>
      </p:sp>
      <p:sp>
        <p:nvSpPr>
          <p:cNvPr id="107" name="Shape 105"/>
          <p:cNvSpPr/>
          <p:nvPr/>
        </p:nvSpPr>
        <p:spPr>
          <a:xfrm>
            <a:off x="768096" y="1856232"/>
            <a:ext cx="109728" cy="109728"/>
          </a:xfrm>
          <a:prstGeom prst="rect">
            <a:avLst/>
          </a:prstGeom>
          <a:solidFill>
            <a:srgbClr val="FFFFFF"/>
          </a:solidFill>
          <a:ln w="6350">
            <a:solidFill>
              <a:srgbClr val="AAAAAA"/>
            </a:solidFill>
            <a:prstDash val="solid"/>
          </a:ln>
        </p:spPr>
      </p:sp>
      <p:sp>
        <p:nvSpPr>
          <p:cNvPr id="108" name="Shape 106"/>
          <p:cNvSpPr/>
          <p:nvPr/>
        </p:nvSpPr>
        <p:spPr>
          <a:xfrm>
            <a:off x="877824" y="1856232"/>
            <a:ext cx="109728" cy="109728"/>
          </a:xfrm>
          <a:prstGeom prst="rect">
            <a:avLst/>
          </a:prstGeom>
          <a:solidFill>
            <a:srgbClr val="FFFFFF"/>
          </a:solidFill>
          <a:ln w="6350">
            <a:solidFill>
              <a:srgbClr val="AAAAAA"/>
            </a:solidFill>
            <a:prstDash val="solid"/>
          </a:ln>
        </p:spPr>
      </p:sp>
      <p:sp>
        <p:nvSpPr>
          <p:cNvPr id="109" name="Shape 107"/>
          <p:cNvSpPr/>
          <p:nvPr/>
        </p:nvSpPr>
        <p:spPr>
          <a:xfrm>
            <a:off x="987552" y="1856232"/>
            <a:ext cx="109728" cy="109728"/>
          </a:xfrm>
          <a:prstGeom prst="rect">
            <a:avLst/>
          </a:prstGeom>
          <a:solidFill>
            <a:srgbClr val="FFFFFF"/>
          </a:solidFill>
          <a:ln w="6350">
            <a:solidFill>
              <a:srgbClr val="AAAAAA"/>
            </a:solidFill>
            <a:prstDash val="solid"/>
          </a:ln>
        </p:spPr>
      </p:sp>
      <p:sp>
        <p:nvSpPr>
          <p:cNvPr id="110" name="Shape 108"/>
          <p:cNvSpPr/>
          <p:nvPr/>
        </p:nvSpPr>
        <p:spPr>
          <a:xfrm>
            <a:off x="1097280" y="1856232"/>
            <a:ext cx="109728" cy="109728"/>
          </a:xfrm>
          <a:prstGeom prst="rect">
            <a:avLst/>
          </a:prstGeom>
          <a:solidFill>
            <a:srgbClr val="FFFFFF"/>
          </a:solidFill>
          <a:ln w="6350">
            <a:solidFill>
              <a:srgbClr val="AAAAAA"/>
            </a:solidFill>
            <a:prstDash val="solid"/>
          </a:ln>
        </p:spPr>
      </p:sp>
      <p:sp>
        <p:nvSpPr>
          <p:cNvPr id="111" name="Shape 109"/>
          <p:cNvSpPr/>
          <p:nvPr/>
        </p:nvSpPr>
        <p:spPr>
          <a:xfrm>
            <a:off x="1207008" y="1856232"/>
            <a:ext cx="109728" cy="109728"/>
          </a:xfrm>
          <a:prstGeom prst="rect">
            <a:avLst/>
          </a:prstGeom>
          <a:solidFill>
            <a:srgbClr val="FFFFFF"/>
          </a:solidFill>
          <a:ln w="6350">
            <a:solidFill>
              <a:srgbClr val="AAAAAA"/>
            </a:solidFill>
            <a:prstDash val="solid"/>
          </a:ln>
        </p:spPr>
      </p:sp>
      <p:sp>
        <p:nvSpPr>
          <p:cNvPr id="112" name="Shape 110"/>
          <p:cNvSpPr/>
          <p:nvPr/>
        </p:nvSpPr>
        <p:spPr>
          <a:xfrm>
            <a:off x="1316736" y="1856232"/>
            <a:ext cx="109728" cy="109728"/>
          </a:xfrm>
          <a:prstGeom prst="rect">
            <a:avLst/>
          </a:prstGeom>
          <a:solidFill>
            <a:srgbClr val="FFFFFF"/>
          </a:solidFill>
          <a:ln w="6350">
            <a:solidFill>
              <a:srgbClr val="AAAAAA"/>
            </a:solidFill>
            <a:prstDash val="solid"/>
          </a:ln>
        </p:spPr>
      </p:sp>
      <p:sp>
        <p:nvSpPr>
          <p:cNvPr id="113" name="Shape 111"/>
          <p:cNvSpPr/>
          <p:nvPr/>
        </p:nvSpPr>
        <p:spPr>
          <a:xfrm>
            <a:off x="1426464" y="1856232"/>
            <a:ext cx="109728" cy="109728"/>
          </a:xfrm>
          <a:prstGeom prst="rect">
            <a:avLst/>
          </a:prstGeom>
          <a:solidFill>
            <a:srgbClr val="FFFFFF"/>
          </a:solidFill>
          <a:ln w="6350">
            <a:solidFill>
              <a:srgbClr val="AAAAAA"/>
            </a:solidFill>
            <a:prstDash val="solid"/>
          </a:ln>
        </p:spPr>
      </p:sp>
      <p:sp>
        <p:nvSpPr>
          <p:cNvPr id="114" name="Shape 112"/>
          <p:cNvSpPr/>
          <p:nvPr/>
        </p:nvSpPr>
        <p:spPr>
          <a:xfrm>
            <a:off x="1536192" y="1856232"/>
            <a:ext cx="109728" cy="109728"/>
          </a:xfrm>
          <a:prstGeom prst="rect">
            <a:avLst/>
          </a:prstGeom>
          <a:solidFill>
            <a:srgbClr val="FFFFFF"/>
          </a:solidFill>
          <a:ln w="6350">
            <a:solidFill>
              <a:srgbClr val="AAAAAA"/>
            </a:solidFill>
            <a:prstDash val="solid"/>
          </a:ln>
        </p:spPr>
      </p:sp>
      <p:sp>
        <p:nvSpPr>
          <p:cNvPr id="115" name="Shape 113"/>
          <p:cNvSpPr/>
          <p:nvPr/>
        </p:nvSpPr>
        <p:spPr>
          <a:xfrm>
            <a:off x="548640" y="1965960"/>
            <a:ext cx="1097280" cy="0"/>
          </a:xfrm>
          <a:prstGeom prst="line">
            <a:avLst/>
          </a:prstGeom>
          <a:noFill/>
          <a:ln w="12700">
            <a:solidFill>
              <a:srgbClr val="CCCCCC"/>
            </a:solidFill>
            <a:prstDash val="solid"/>
          </a:ln>
        </p:spPr>
      </p:sp>
      <p:sp>
        <p:nvSpPr>
          <p:cNvPr id="116" name="Shape 114"/>
          <p:cNvSpPr/>
          <p:nvPr/>
        </p:nvSpPr>
        <p:spPr>
          <a:xfrm>
            <a:off x="548640" y="868680"/>
            <a:ext cx="1097280" cy="1097280"/>
          </a:xfrm>
          <a:prstGeom prst="rect">
            <a:avLst/>
          </a:prstGeom>
          <a:solidFill>
            <a:srgbClr val="FFFFFF">
              <a:alpha val="0"/>
            </a:srgbClr>
          </a:solidFill>
          <a:ln w="28575">
            <a:solidFill>
              <a:srgbClr val="1B2A4A"/>
            </a:solidFill>
            <a:prstDash val="solid"/>
          </a:ln>
        </p:spPr>
      </p:sp>
      <p:sp>
        <p:nvSpPr>
          <p:cNvPr id="117" name="Text 115"/>
          <p:cNvSpPr/>
          <p:nvPr/>
        </p:nvSpPr>
        <p:spPr>
          <a:xfrm>
            <a:off x="548640" y="2039112"/>
            <a:ext cx="1097280" cy="292608"/>
          </a:xfrm>
          <a:prstGeom prst="rect">
            <a:avLst/>
          </a:prstGeom>
          <a:noFill/>
          <a:ln/>
        </p:spPr>
        <p:txBody>
          <a:bodyPr wrap="square" lIns="0" tIns="0" rIns="0" bIns="0" rtlCol="0" anchor="ctr"/>
          <a:lstStyle/>
          <a:p>
            <a:pPr algn="ctr" indent="0" marL="0">
              <a:buNone/>
            </a:pPr>
            <a:r>
              <a:rPr lang="en-US" sz="1100" i="1" dirty="0">
                <a:solidFill>
                  <a:srgbClr val="5A5A7A"/>
                </a:solidFill>
              </a:rPr>
              <a:t>1.236</a:t>
            </a:r>
            <a:endParaRPr lang="en-US" sz="1100" dirty="0"/>
          </a:p>
        </p:txBody>
      </p:sp>
      <p:sp>
        <p:nvSpPr>
          <p:cNvPr id="118" name="Shape 116"/>
          <p:cNvSpPr/>
          <p:nvPr/>
        </p:nvSpPr>
        <p:spPr>
          <a:xfrm>
            <a:off x="1097280" y="978408"/>
            <a:ext cx="109728" cy="109728"/>
          </a:xfrm>
          <a:prstGeom prst="rect">
            <a:avLst/>
          </a:prstGeom>
          <a:solidFill>
            <a:srgbClr val="FFFFFF">
              <a:alpha val="0"/>
            </a:srgbClr>
          </a:solidFill>
          <a:ln w="31750">
            <a:solidFill>
              <a:srgbClr val="D9941A"/>
            </a:solidFill>
            <a:prstDash val="solid"/>
          </a:ln>
        </p:spPr>
      </p:sp>
      <p:sp>
        <p:nvSpPr>
          <p:cNvPr id="119" name="Shape 117"/>
          <p:cNvSpPr/>
          <p:nvPr/>
        </p:nvSpPr>
        <p:spPr>
          <a:xfrm>
            <a:off x="1207008" y="978408"/>
            <a:ext cx="2816352" cy="141732"/>
          </a:xfrm>
          <a:prstGeom prst="line">
            <a:avLst/>
          </a:prstGeom>
          <a:noFill/>
          <a:ln w="19050">
            <a:solidFill>
              <a:srgbClr val="D9941A"/>
            </a:solidFill>
            <a:prstDash val="dash"/>
          </a:ln>
        </p:spPr>
      </p:sp>
      <p:sp>
        <p:nvSpPr>
          <p:cNvPr id="120" name="Shape 118"/>
          <p:cNvSpPr/>
          <p:nvPr/>
        </p:nvSpPr>
        <p:spPr>
          <a:xfrm>
            <a:off x="1207008" y="1088136"/>
            <a:ext cx="2816352" cy="626364"/>
          </a:xfrm>
          <a:prstGeom prst="line">
            <a:avLst/>
          </a:prstGeom>
          <a:noFill/>
          <a:ln w="19050">
            <a:solidFill>
              <a:srgbClr val="D9941A"/>
            </a:solidFill>
            <a:prstDash val="dash"/>
          </a:ln>
        </p:spPr>
      </p:sp>
      <p:sp>
        <p:nvSpPr>
          <p:cNvPr id="121" name="Shape 119"/>
          <p:cNvSpPr/>
          <p:nvPr/>
        </p:nvSpPr>
        <p:spPr>
          <a:xfrm>
            <a:off x="4023360" y="1120140"/>
            <a:ext cx="420624" cy="594360"/>
          </a:xfrm>
          <a:prstGeom prst="rect">
            <a:avLst/>
          </a:prstGeom>
          <a:solidFill>
            <a:srgbClr val="4A3D8F"/>
          </a:solidFill>
          <a:ln w="9525">
            <a:solidFill>
              <a:srgbClr val="AAAAAA"/>
            </a:solidFill>
            <a:prstDash val="solid"/>
          </a:ln>
        </p:spPr>
      </p:sp>
      <p:sp>
        <p:nvSpPr>
          <p:cNvPr id="122" name="Shape 120"/>
          <p:cNvSpPr/>
          <p:nvPr/>
        </p:nvSpPr>
        <p:spPr>
          <a:xfrm>
            <a:off x="4443984" y="1120140"/>
            <a:ext cx="420624" cy="594360"/>
          </a:xfrm>
          <a:prstGeom prst="rect">
            <a:avLst/>
          </a:prstGeom>
          <a:solidFill>
            <a:srgbClr val="4A3D8F"/>
          </a:solidFill>
          <a:ln w="9525">
            <a:solidFill>
              <a:srgbClr val="AAAAAA"/>
            </a:solidFill>
            <a:prstDash val="solid"/>
          </a:ln>
        </p:spPr>
      </p:sp>
      <p:sp>
        <p:nvSpPr>
          <p:cNvPr id="123" name="Shape 121"/>
          <p:cNvSpPr/>
          <p:nvPr/>
        </p:nvSpPr>
        <p:spPr>
          <a:xfrm>
            <a:off x="4864608" y="1120140"/>
            <a:ext cx="420624" cy="594360"/>
          </a:xfrm>
          <a:prstGeom prst="rect">
            <a:avLst/>
          </a:prstGeom>
          <a:solidFill>
            <a:srgbClr val="4A3D8F"/>
          </a:solidFill>
          <a:ln w="9525">
            <a:solidFill>
              <a:srgbClr val="AAAAAA"/>
            </a:solidFill>
            <a:prstDash val="solid"/>
          </a:ln>
        </p:spPr>
      </p:sp>
      <p:sp>
        <p:nvSpPr>
          <p:cNvPr id="124" name="Shape 122"/>
          <p:cNvSpPr/>
          <p:nvPr/>
        </p:nvSpPr>
        <p:spPr>
          <a:xfrm>
            <a:off x="5285232" y="1120140"/>
            <a:ext cx="420624" cy="594360"/>
          </a:xfrm>
          <a:prstGeom prst="rect">
            <a:avLst/>
          </a:prstGeom>
          <a:solidFill>
            <a:srgbClr val="4A3D8F"/>
          </a:solidFill>
          <a:ln w="9525">
            <a:solidFill>
              <a:srgbClr val="AAAAAA"/>
            </a:solidFill>
            <a:prstDash val="solid"/>
          </a:ln>
        </p:spPr>
      </p:sp>
      <p:sp>
        <p:nvSpPr>
          <p:cNvPr id="125" name="Shape 123"/>
          <p:cNvSpPr/>
          <p:nvPr/>
        </p:nvSpPr>
        <p:spPr>
          <a:xfrm>
            <a:off x="5705856" y="1120140"/>
            <a:ext cx="420624" cy="594360"/>
          </a:xfrm>
          <a:prstGeom prst="rect">
            <a:avLst/>
          </a:prstGeom>
          <a:solidFill>
            <a:srgbClr val="4A3D8F"/>
          </a:solidFill>
          <a:ln w="9525">
            <a:solidFill>
              <a:srgbClr val="AAAAAA"/>
            </a:solidFill>
            <a:prstDash val="solid"/>
          </a:ln>
        </p:spPr>
      </p:sp>
      <p:sp>
        <p:nvSpPr>
          <p:cNvPr id="126" name="Shape 124"/>
          <p:cNvSpPr/>
          <p:nvPr/>
        </p:nvSpPr>
        <p:spPr>
          <a:xfrm>
            <a:off x="6126480" y="1120140"/>
            <a:ext cx="420624" cy="594360"/>
          </a:xfrm>
          <a:prstGeom prst="rect">
            <a:avLst/>
          </a:prstGeom>
          <a:solidFill>
            <a:srgbClr val="4A3D8F"/>
          </a:solidFill>
          <a:ln w="9525">
            <a:solidFill>
              <a:srgbClr val="AAAAAA"/>
            </a:solidFill>
            <a:prstDash val="solid"/>
          </a:ln>
        </p:spPr>
      </p:sp>
      <p:sp>
        <p:nvSpPr>
          <p:cNvPr id="127" name="Shape 125"/>
          <p:cNvSpPr/>
          <p:nvPr/>
        </p:nvSpPr>
        <p:spPr>
          <a:xfrm>
            <a:off x="6547104" y="1120140"/>
            <a:ext cx="420624" cy="594360"/>
          </a:xfrm>
          <a:prstGeom prst="rect">
            <a:avLst/>
          </a:prstGeom>
          <a:solidFill>
            <a:srgbClr val="FFFFFF"/>
          </a:solidFill>
          <a:ln w="9525">
            <a:solidFill>
              <a:srgbClr val="AAAAAA"/>
            </a:solidFill>
            <a:prstDash val="solid"/>
          </a:ln>
        </p:spPr>
      </p:sp>
      <p:sp>
        <p:nvSpPr>
          <p:cNvPr id="128" name="Shape 126"/>
          <p:cNvSpPr/>
          <p:nvPr/>
        </p:nvSpPr>
        <p:spPr>
          <a:xfrm>
            <a:off x="6967728" y="1120140"/>
            <a:ext cx="420624" cy="594360"/>
          </a:xfrm>
          <a:prstGeom prst="rect">
            <a:avLst/>
          </a:prstGeom>
          <a:solidFill>
            <a:srgbClr val="FFFFFF"/>
          </a:solidFill>
          <a:ln w="9525">
            <a:solidFill>
              <a:srgbClr val="AAAAAA"/>
            </a:solidFill>
            <a:prstDash val="solid"/>
          </a:ln>
        </p:spPr>
      </p:sp>
      <p:sp>
        <p:nvSpPr>
          <p:cNvPr id="129" name="Shape 127"/>
          <p:cNvSpPr/>
          <p:nvPr/>
        </p:nvSpPr>
        <p:spPr>
          <a:xfrm>
            <a:off x="7388352" y="1120140"/>
            <a:ext cx="420624" cy="594360"/>
          </a:xfrm>
          <a:prstGeom prst="rect">
            <a:avLst/>
          </a:prstGeom>
          <a:solidFill>
            <a:srgbClr val="FFFFFF"/>
          </a:solidFill>
          <a:ln w="9525">
            <a:solidFill>
              <a:srgbClr val="AAAAAA"/>
            </a:solidFill>
            <a:prstDash val="solid"/>
          </a:ln>
        </p:spPr>
      </p:sp>
      <p:sp>
        <p:nvSpPr>
          <p:cNvPr id="130" name="Shape 128"/>
          <p:cNvSpPr/>
          <p:nvPr/>
        </p:nvSpPr>
        <p:spPr>
          <a:xfrm>
            <a:off x="7808976" y="1120140"/>
            <a:ext cx="420624" cy="594360"/>
          </a:xfrm>
          <a:prstGeom prst="rect">
            <a:avLst/>
          </a:prstGeom>
          <a:solidFill>
            <a:srgbClr val="FFFFFF"/>
          </a:solidFill>
          <a:ln w="9525">
            <a:solidFill>
              <a:srgbClr val="AAAAAA"/>
            </a:solidFill>
            <a:prstDash val="solid"/>
          </a:ln>
        </p:spPr>
      </p:sp>
      <p:sp>
        <p:nvSpPr>
          <p:cNvPr id="131" name="Shape 129"/>
          <p:cNvSpPr/>
          <p:nvPr/>
        </p:nvSpPr>
        <p:spPr>
          <a:xfrm>
            <a:off x="4023360" y="1120140"/>
            <a:ext cx="4206240" cy="594360"/>
          </a:xfrm>
          <a:prstGeom prst="rect">
            <a:avLst/>
          </a:prstGeom>
          <a:solidFill>
            <a:srgbClr val="FFFFFF">
              <a:alpha val="0"/>
            </a:srgbClr>
          </a:solidFill>
          <a:ln w="28575">
            <a:solidFill>
              <a:srgbClr val="1B2A4A"/>
            </a:solidFill>
            <a:prstDash val="solid"/>
          </a:ln>
        </p:spPr>
      </p:sp>
      <p:sp>
        <p:nvSpPr>
          <p:cNvPr id="132" name="Text 130"/>
          <p:cNvSpPr/>
          <p:nvPr/>
        </p:nvSpPr>
        <p:spPr>
          <a:xfrm>
            <a:off x="4023360" y="1787652"/>
            <a:ext cx="4206240" cy="502920"/>
          </a:xfrm>
          <a:prstGeom prst="rect">
            <a:avLst/>
          </a:prstGeom>
          <a:noFill/>
          <a:ln/>
        </p:spPr>
        <p:txBody>
          <a:bodyPr wrap="square" lIns="0" tIns="0" rIns="0" bIns="0" rtlCol="0" anchor="ctr"/>
          <a:lstStyle/>
          <a:p>
            <a:pPr algn="ctr" indent="0" marL="0">
              <a:buNone/>
            </a:pPr>
            <a:r>
              <a:rPr lang="en-US" sz="1100" i="1" dirty="0">
                <a:solidFill>
                  <a:srgbClr val="5A5A7A"/>
                </a:solidFill>
              </a:rPr>
              <a:t>6 thousandths from 1.236</a:t>
            </a:r>
            <a:endParaRPr lang="en-US" sz="1100" dirty="0"/>
          </a:p>
        </p:txBody>
      </p:sp>
      <p:sp>
        <p:nvSpPr>
          <p:cNvPr id="133" name="Shape 131"/>
          <p:cNvSpPr/>
          <p:nvPr/>
        </p:nvSpPr>
        <p:spPr>
          <a:xfrm>
            <a:off x="548640" y="2514600"/>
            <a:ext cx="109728" cy="109728"/>
          </a:xfrm>
          <a:prstGeom prst="rect">
            <a:avLst/>
          </a:prstGeom>
          <a:solidFill>
            <a:srgbClr val="2E6E44"/>
          </a:solidFill>
          <a:ln w="6350">
            <a:solidFill>
              <a:srgbClr val="AAAAAA"/>
            </a:solidFill>
            <a:prstDash val="solid"/>
          </a:ln>
        </p:spPr>
      </p:sp>
      <p:sp>
        <p:nvSpPr>
          <p:cNvPr id="134" name="Shape 132"/>
          <p:cNvSpPr/>
          <p:nvPr/>
        </p:nvSpPr>
        <p:spPr>
          <a:xfrm>
            <a:off x="658368" y="2514600"/>
            <a:ext cx="109728" cy="109728"/>
          </a:xfrm>
          <a:prstGeom prst="rect">
            <a:avLst/>
          </a:prstGeom>
          <a:solidFill>
            <a:srgbClr val="2E6E44"/>
          </a:solidFill>
          <a:ln w="6350">
            <a:solidFill>
              <a:srgbClr val="AAAAAA"/>
            </a:solidFill>
            <a:prstDash val="solid"/>
          </a:ln>
        </p:spPr>
      </p:sp>
      <p:sp>
        <p:nvSpPr>
          <p:cNvPr id="135" name="Shape 133"/>
          <p:cNvSpPr/>
          <p:nvPr/>
        </p:nvSpPr>
        <p:spPr>
          <a:xfrm>
            <a:off x="768096" y="2514600"/>
            <a:ext cx="109728" cy="109728"/>
          </a:xfrm>
          <a:prstGeom prst="rect">
            <a:avLst/>
          </a:prstGeom>
          <a:solidFill>
            <a:srgbClr val="2E6E44"/>
          </a:solidFill>
          <a:ln w="6350">
            <a:solidFill>
              <a:srgbClr val="AAAAAA"/>
            </a:solidFill>
            <a:prstDash val="solid"/>
          </a:ln>
        </p:spPr>
      </p:sp>
      <p:sp>
        <p:nvSpPr>
          <p:cNvPr id="136" name="Shape 134"/>
          <p:cNvSpPr/>
          <p:nvPr/>
        </p:nvSpPr>
        <p:spPr>
          <a:xfrm>
            <a:off x="877824" y="2514600"/>
            <a:ext cx="109728" cy="109728"/>
          </a:xfrm>
          <a:prstGeom prst="rect">
            <a:avLst/>
          </a:prstGeom>
          <a:solidFill>
            <a:srgbClr val="2E6E44"/>
          </a:solidFill>
          <a:ln w="6350">
            <a:solidFill>
              <a:srgbClr val="AAAAAA"/>
            </a:solidFill>
            <a:prstDash val="solid"/>
          </a:ln>
        </p:spPr>
      </p:sp>
      <p:sp>
        <p:nvSpPr>
          <p:cNvPr id="137" name="Shape 135"/>
          <p:cNvSpPr/>
          <p:nvPr/>
        </p:nvSpPr>
        <p:spPr>
          <a:xfrm>
            <a:off x="987552" y="2514600"/>
            <a:ext cx="109728" cy="109728"/>
          </a:xfrm>
          <a:prstGeom prst="rect">
            <a:avLst/>
          </a:prstGeom>
          <a:solidFill>
            <a:srgbClr val="2E6E44"/>
          </a:solidFill>
          <a:ln w="6350">
            <a:solidFill>
              <a:srgbClr val="AAAAAA"/>
            </a:solidFill>
            <a:prstDash val="solid"/>
          </a:ln>
        </p:spPr>
      </p:sp>
      <p:sp>
        <p:nvSpPr>
          <p:cNvPr id="138" name="Shape 136"/>
          <p:cNvSpPr/>
          <p:nvPr/>
        </p:nvSpPr>
        <p:spPr>
          <a:xfrm>
            <a:off x="1097280" y="2514600"/>
            <a:ext cx="109728" cy="109728"/>
          </a:xfrm>
          <a:prstGeom prst="rect">
            <a:avLst/>
          </a:prstGeom>
          <a:solidFill>
            <a:srgbClr val="2E6E44"/>
          </a:solidFill>
          <a:ln w="6350">
            <a:solidFill>
              <a:srgbClr val="AAAAAA"/>
            </a:solidFill>
            <a:prstDash val="solid"/>
          </a:ln>
        </p:spPr>
      </p:sp>
      <p:sp>
        <p:nvSpPr>
          <p:cNvPr id="139" name="Shape 137"/>
          <p:cNvSpPr/>
          <p:nvPr/>
        </p:nvSpPr>
        <p:spPr>
          <a:xfrm>
            <a:off x="1207008" y="2514600"/>
            <a:ext cx="109728" cy="109728"/>
          </a:xfrm>
          <a:prstGeom prst="rect">
            <a:avLst/>
          </a:prstGeom>
          <a:solidFill>
            <a:srgbClr val="2E6E44"/>
          </a:solidFill>
          <a:ln w="6350">
            <a:solidFill>
              <a:srgbClr val="AAAAAA"/>
            </a:solidFill>
            <a:prstDash val="solid"/>
          </a:ln>
        </p:spPr>
      </p:sp>
      <p:sp>
        <p:nvSpPr>
          <p:cNvPr id="140" name="Shape 138"/>
          <p:cNvSpPr/>
          <p:nvPr/>
        </p:nvSpPr>
        <p:spPr>
          <a:xfrm>
            <a:off x="1316736" y="2514600"/>
            <a:ext cx="109728" cy="109728"/>
          </a:xfrm>
          <a:prstGeom prst="rect">
            <a:avLst/>
          </a:prstGeom>
          <a:solidFill>
            <a:srgbClr val="2E6E44"/>
          </a:solidFill>
          <a:ln w="6350">
            <a:solidFill>
              <a:srgbClr val="AAAAAA"/>
            </a:solidFill>
            <a:prstDash val="solid"/>
          </a:ln>
        </p:spPr>
      </p:sp>
      <p:sp>
        <p:nvSpPr>
          <p:cNvPr id="141" name="Shape 139"/>
          <p:cNvSpPr/>
          <p:nvPr/>
        </p:nvSpPr>
        <p:spPr>
          <a:xfrm>
            <a:off x="1426464" y="2514600"/>
            <a:ext cx="109728" cy="109728"/>
          </a:xfrm>
          <a:prstGeom prst="rect">
            <a:avLst/>
          </a:prstGeom>
          <a:solidFill>
            <a:srgbClr val="FFFFFF"/>
          </a:solidFill>
          <a:ln w="6350">
            <a:solidFill>
              <a:srgbClr val="AAAAAA"/>
            </a:solidFill>
            <a:prstDash val="solid"/>
          </a:ln>
        </p:spPr>
      </p:sp>
      <p:sp>
        <p:nvSpPr>
          <p:cNvPr id="142" name="Shape 140"/>
          <p:cNvSpPr/>
          <p:nvPr/>
        </p:nvSpPr>
        <p:spPr>
          <a:xfrm>
            <a:off x="1536192" y="2514600"/>
            <a:ext cx="109728" cy="109728"/>
          </a:xfrm>
          <a:prstGeom prst="rect">
            <a:avLst/>
          </a:prstGeom>
          <a:solidFill>
            <a:srgbClr val="FFFFFF"/>
          </a:solidFill>
          <a:ln w="6350">
            <a:solidFill>
              <a:srgbClr val="AAAAAA"/>
            </a:solidFill>
            <a:prstDash val="solid"/>
          </a:ln>
        </p:spPr>
      </p:sp>
      <p:sp>
        <p:nvSpPr>
          <p:cNvPr id="143" name="Shape 141"/>
          <p:cNvSpPr/>
          <p:nvPr/>
        </p:nvSpPr>
        <p:spPr>
          <a:xfrm>
            <a:off x="548640" y="2624328"/>
            <a:ext cx="1097280" cy="0"/>
          </a:xfrm>
          <a:prstGeom prst="line">
            <a:avLst/>
          </a:prstGeom>
          <a:noFill/>
          <a:ln w="12700">
            <a:solidFill>
              <a:srgbClr val="CCCCCC"/>
            </a:solidFill>
            <a:prstDash val="solid"/>
          </a:ln>
        </p:spPr>
      </p:sp>
      <p:sp>
        <p:nvSpPr>
          <p:cNvPr id="144" name="Shape 142"/>
          <p:cNvSpPr/>
          <p:nvPr/>
        </p:nvSpPr>
        <p:spPr>
          <a:xfrm>
            <a:off x="548640" y="2624328"/>
            <a:ext cx="109728" cy="109728"/>
          </a:xfrm>
          <a:prstGeom prst="rect">
            <a:avLst/>
          </a:prstGeom>
          <a:solidFill>
            <a:srgbClr val="FFFFFF"/>
          </a:solidFill>
          <a:ln w="6350">
            <a:solidFill>
              <a:srgbClr val="AAAAAA"/>
            </a:solidFill>
            <a:prstDash val="solid"/>
          </a:ln>
        </p:spPr>
      </p:sp>
      <p:sp>
        <p:nvSpPr>
          <p:cNvPr id="145" name="Shape 143"/>
          <p:cNvSpPr/>
          <p:nvPr/>
        </p:nvSpPr>
        <p:spPr>
          <a:xfrm>
            <a:off x="658368" y="2624328"/>
            <a:ext cx="109728" cy="109728"/>
          </a:xfrm>
          <a:prstGeom prst="rect">
            <a:avLst/>
          </a:prstGeom>
          <a:solidFill>
            <a:srgbClr val="FFFFFF"/>
          </a:solidFill>
          <a:ln w="6350">
            <a:solidFill>
              <a:srgbClr val="AAAAAA"/>
            </a:solidFill>
            <a:prstDash val="solid"/>
          </a:ln>
        </p:spPr>
      </p:sp>
      <p:sp>
        <p:nvSpPr>
          <p:cNvPr id="146" name="Shape 144"/>
          <p:cNvSpPr/>
          <p:nvPr/>
        </p:nvSpPr>
        <p:spPr>
          <a:xfrm>
            <a:off x="768096" y="2624328"/>
            <a:ext cx="109728" cy="109728"/>
          </a:xfrm>
          <a:prstGeom prst="rect">
            <a:avLst/>
          </a:prstGeom>
          <a:solidFill>
            <a:srgbClr val="FFFFFF"/>
          </a:solidFill>
          <a:ln w="6350">
            <a:solidFill>
              <a:srgbClr val="AAAAAA"/>
            </a:solidFill>
            <a:prstDash val="solid"/>
          </a:ln>
        </p:spPr>
      </p:sp>
      <p:sp>
        <p:nvSpPr>
          <p:cNvPr id="147" name="Shape 145"/>
          <p:cNvSpPr/>
          <p:nvPr/>
        </p:nvSpPr>
        <p:spPr>
          <a:xfrm>
            <a:off x="877824" y="2624328"/>
            <a:ext cx="109728" cy="109728"/>
          </a:xfrm>
          <a:prstGeom prst="rect">
            <a:avLst/>
          </a:prstGeom>
          <a:solidFill>
            <a:srgbClr val="FFFFFF"/>
          </a:solidFill>
          <a:ln w="6350">
            <a:solidFill>
              <a:srgbClr val="AAAAAA"/>
            </a:solidFill>
            <a:prstDash val="solid"/>
          </a:ln>
        </p:spPr>
      </p:sp>
      <p:sp>
        <p:nvSpPr>
          <p:cNvPr id="148" name="Shape 146"/>
          <p:cNvSpPr/>
          <p:nvPr/>
        </p:nvSpPr>
        <p:spPr>
          <a:xfrm>
            <a:off x="987552" y="2624328"/>
            <a:ext cx="109728" cy="109728"/>
          </a:xfrm>
          <a:prstGeom prst="rect">
            <a:avLst/>
          </a:prstGeom>
          <a:solidFill>
            <a:srgbClr val="FFFFFF"/>
          </a:solidFill>
          <a:ln w="6350">
            <a:solidFill>
              <a:srgbClr val="AAAAAA"/>
            </a:solidFill>
            <a:prstDash val="solid"/>
          </a:ln>
        </p:spPr>
      </p:sp>
      <p:sp>
        <p:nvSpPr>
          <p:cNvPr id="149" name="Shape 147"/>
          <p:cNvSpPr/>
          <p:nvPr/>
        </p:nvSpPr>
        <p:spPr>
          <a:xfrm>
            <a:off x="1097280" y="2624328"/>
            <a:ext cx="109728" cy="109728"/>
          </a:xfrm>
          <a:prstGeom prst="rect">
            <a:avLst/>
          </a:prstGeom>
          <a:solidFill>
            <a:srgbClr val="FFFFFF"/>
          </a:solidFill>
          <a:ln w="6350">
            <a:solidFill>
              <a:srgbClr val="AAAAAA"/>
            </a:solidFill>
            <a:prstDash val="solid"/>
          </a:ln>
        </p:spPr>
      </p:sp>
      <p:sp>
        <p:nvSpPr>
          <p:cNvPr id="150" name="Shape 148"/>
          <p:cNvSpPr/>
          <p:nvPr/>
        </p:nvSpPr>
        <p:spPr>
          <a:xfrm>
            <a:off x="1207008" y="2624328"/>
            <a:ext cx="109728" cy="109728"/>
          </a:xfrm>
          <a:prstGeom prst="rect">
            <a:avLst/>
          </a:prstGeom>
          <a:solidFill>
            <a:srgbClr val="FFFFFF"/>
          </a:solidFill>
          <a:ln w="6350">
            <a:solidFill>
              <a:srgbClr val="AAAAAA"/>
            </a:solidFill>
            <a:prstDash val="solid"/>
          </a:ln>
        </p:spPr>
      </p:sp>
      <p:sp>
        <p:nvSpPr>
          <p:cNvPr id="151" name="Shape 149"/>
          <p:cNvSpPr/>
          <p:nvPr/>
        </p:nvSpPr>
        <p:spPr>
          <a:xfrm>
            <a:off x="1316736" y="2624328"/>
            <a:ext cx="109728" cy="109728"/>
          </a:xfrm>
          <a:prstGeom prst="rect">
            <a:avLst/>
          </a:prstGeom>
          <a:solidFill>
            <a:srgbClr val="FFFFFF"/>
          </a:solidFill>
          <a:ln w="6350">
            <a:solidFill>
              <a:srgbClr val="AAAAAA"/>
            </a:solidFill>
            <a:prstDash val="solid"/>
          </a:ln>
        </p:spPr>
      </p:sp>
      <p:sp>
        <p:nvSpPr>
          <p:cNvPr id="152" name="Shape 150"/>
          <p:cNvSpPr/>
          <p:nvPr/>
        </p:nvSpPr>
        <p:spPr>
          <a:xfrm>
            <a:off x="1426464" y="2624328"/>
            <a:ext cx="109728" cy="109728"/>
          </a:xfrm>
          <a:prstGeom prst="rect">
            <a:avLst/>
          </a:prstGeom>
          <a:solidFill>
            <a:srgbClr val="FFFFFF"/>
          </a:solidFill>
          <a:ln w="6350">
            <a:solidFill>
              <a:srgbClr val="AAAAAA"/>
            </a:solidFill>
            <a:prstDash val="solid"/>
          </a:ln>
        </p:spPr>
      </p:sp>
      <p:sp>
        <p:nvSpPr>
          <p:cNvPr id="153" name="Shape 151"/>
          <p:cNvSpPr/>
          <p:nvPr/>
        </p:nvSpPr>
        <p:spPr>
          <a:xfrm>
            <a:off x="1536192" y="2624328"/>
            <a:ext cx="109728" cy="109728"/>
          </a:xfrm>
          <a:prstGeom prst="rect">
            <a:avLst/>
          </a:prstGeom>
          <a:solidFill>
            <a:srgbClr val="FFFFFF"/>
          </a:solidFill>
          <a:ln w="6350">
            <a:solidFill>
              <a:srgbClr val="AAAAAA"/>
            </a:solidFill>
            <a:prstDash val="solid"/>
          </a:ln>
        </p:spPr>
      </p:sp>
      <p:sp>
        <p:nvSpPr>
          <p:cNvPr id="154" name="Shape 152"/>
          <p:cNvSpPr/>
          <p:nvPr/>
        </p:nvSpPr>
        <p:spPr>
          <a:xfrm>
            <a:off x="548640" y="2734056"/>
            <a:ext cx="1097280" cy="0"/>
          </a:xfrm>
          <a:prstGeom prst="line">
            <a:avLst/>
          </a:prstGeom>
          <a:noFill/>
          <a:ln w="12700">
            <a:solidFill>
              <a:srgbClr val="CCCCCC"/>
            </a:solidFill>
            <a:prstDash val="solid"/>
          </a:ln>
        </p:spPr>
      </p:sp>
      <p:sp>
        <p:nvSpPr>
          <p:cNvPr id="155" name="Shape 153"/>
          <p:cNvSpPr/>
          <p:nvPr/>
        </p:nvSpPr>
        <p:spPr>
          <a:xfrm>
            <a:off x="548640" y="2734056"/>
            <a:ext cx="109728" cy="109728"/>
          </a:xfrm>
          <a:prstGeom prst="rect">
            <a:avLst/>
          </a:prstGeom>
          <a:solidFill>
            <a:srgbClr val="FFFFFF"/>
          </a:solidFill>
          <a:ln w="6350">
            <a:solidFill>
              <a:srgbClr val="AAAAAA"/>
            </a:solidFill>
            <a:prstDash val="solid"/>
          </a:ln>
        </p:spPr>
      </p:sp>
      <p:sp>
        <p:nvSpPr>
          <p:cNvPr id="156" name="Shape 154"/>
          <p:cNvSpPr/>
          <p:nvPr/>
        </p:nvSpPr>
        <p:spPr>
          <a:xfrm>
            <a:off x="658368" y="2734056"/>
            <a:ext cx="109728" cy="109728"/>
          </a:xfrm>
          <a:prstGeom prst="rect">
            <a:avLst/>
          </a:prstGeom>
          <a:solidFill>
            <a:srgbClr val="FFFFFF"/>
          </a:solidFill>
          <a:ln w="6350">
            <a:solidFill>
              <a:srgbClr val="AAAAAA"/>
            </a:solidFill>
            <a:prstDash val="solid"/>
          </a:ln>
        </p:spPr>
      </p:sp>
      <p:sp>
        <p:nvSpPr>
          <p:cNvPr id="157" name="Shape 155"/>
          <p:cNvSpPr/>
          <p:nvPr/>
        </p:nvSpPr>
        <p:spPr>
          <a:xfrm>
            <a:off x="768096" y="2734056"/>
            <a:ext cx="109728" cy="109728"/>
          </a:xfrm>
          <a:prstGeom prst="rect">
            <a:avLst/>
          </a:prstGeom>
          <a:solidFill>
            <a:srgbClr val="FFFFFF"/>
          </a:solidFill>
          <a:ln w="6350">
            <a:solidFill>
              <a:srgbClr val="AAAAAA"/>
            </a:solidFill>
            <a:prstDash val="solid"/>
          </a:ln>
        </p:spPr>
      </p:sp>
      <p:sp>
        <p:nvSpPr>
          <p:cNvPr id="158" name="Shape 156"/>
          <p:cNvSpPr/>
          <p:nvPr/>
        </p:nvSpPr>
        <p:spPr>
          <a:xfrm>
            <a:off x="877824" y="2734056"/>
            <a:ext cx="109728" cy="109728"/>
          </a:xfrm>
          <a:prstGeom prst="rect">
            <a:avLst/>
          </a:prstGeom>
          <a:solidFill>
            <a:srgbClr val="FFFFFF"/>
          </a:solidFill>
          <a:ln w="6350">
            <a:solidFill>
              <a:srgbClr val="AAAAAA"/>
            </a:solidFill>
            <a:prstDash val="solid"/>
          </a:ln>
        </p:spPr>
      </p:sp>
      <p:sp>
        <p:nvSpPr>
          <p:cNvPr id="159" name="Shape 157"/>
          <p:cNvSpPr/>
          <p:nvPr/>
        </p:nvSpPr>
        <p:spPr>
          <a:xfrm>
            <a:off x="987552" y="2734056"/>
            <a:ext cx="109728" cy="109728"/>
          </a:xfrm>
          <a:prstGeom prst="rect">
            <a:avLst/>
          </a:prstGeom>
          <a:solidFill>
            <a:srgbClr val="FFFFFF"/>
          </a:solidFill>
          <a:ln w="6350">
            <a:solidFill>
              <a:srgbClr val="AAAAAA"/>
            </a:solidFill>
            <a:prstDash val="solid"/>
          </a:ln>
        </p:spPr>
      </p:sp>
      <p:sp>
        <p:nvSpPr>
          <p:cNvPr id="160" name="Shape 158"/>
          <p:cNvSpPr/>
          <p:nvPr/>
        </p:nvSpPr>
        <p:spPr>
          <a:xfrm>
            <a:off x="1097280" y="2734056"/>
            <a:ext cx="109728" cy="109728"/>
          </a:xfrm>
          <a:prstGeom prst="rect">
            <a:avLst/>
          </a:prstGeom>
          <a:solidFill>
            <a:srgbClr val="FFFFFF"/>
          </a:solidFill>
          <a:ln w="6350">
            <a:solidFill>
              <a:srgbClr val="AAAAAA"/>
            </a:solidFill>
            <a:prstDash val="solid"/>
          </a:ln>
        </p:spPr>
      </p:sp>
      <p:sp>
        <p:nvSpPr>
          <p:cNvPr id="161" name="Shape 159"/>
          <p:cNvSpPr/>
          <p:nvPr/>
        </p:nvSpPr>
        <p:spPr>
          <a:xfrm>
            <a:off x="1207008" y="2734056"/>
            <a:ext cx="109728" cy="109728"/>
          </a:xfrm>
          <a:prstGeom prst="rect">
            <a:avLst/>
          </a:prstGeom>
          <a:solidFill>
            <a:srgbClr val="FFFFFF"/>
          </a:solidFill>
          <a:ln w="6350">
            <a:solidFill>
              <a:srgbClr val="AAAAAA"/>
            </a:solidFill>
            <a:prstDash val="solid"/>
          </a:ln>
        </p:spPr>
      </p:sp>
      <p:sp>
        <p:nvSpPr>
          <p:cNvPr id="162" name="Shape 160"/>
          <p:cNvSpPr/>
          <p:nvPr/>
        </p:nvSpPr>
        <p:spPr>
          <a:xfrm>
            <a:off x="1316736" y="2734056"/>
            <a:ext cx="109728" cy="109728"/>
          </a:xfrm>
          <a:prstGeom prst="rect">
            <a:avLst/>
          </a:prstGeom>
          <a:solidFill>
            <a:srgbClr val="FFFFFF"/>
          </a:solidFill>
          <a:ln w="6350">
            <a:solidFill>
              <a:srgbClr val="AAAAAA"/>
            </a:solidFill>
            <a:prstDash val="solid"/>
          </a:ln>
        </p:spPr>
      </p:sp>
      <p:sp>
        <p:nvSpPr>
          <p:cNvPr id="163" name="Shape 161"/>
          <p:cNvSpPr/>
          <p:nvPr/>
        </p:nvSpPr>
        <p:spPr>
          <a:xfrm>
            <a:off x="1426464" y="2734056"/>
            <a:ext cx="109728" cy="109728"/>
          </a:xfrm>
          <a:prstGeom prst="rect">
            <a:avLst/>
          </a:prstGeom>
          <a:solidFill>
            <a:srgbClr val="FFFFFF"/>
          </a:solidFill>
          <a:ln w="6350">
            <a:solidFill>
              <a:srgbClr val="AAAAAA"/>
            </a:solidFill>
            <a:prstDash val="solid"/>
          </a:ln>
        </p:spPr>
      </p:sp>
      <p:sp>
        <p:nvSpPr>
          <p:cNvPr id="164" name="Shape 162"/>
          <p:cNvSpPr/>
          <p:nvPr/>
        </p:nvSpPr>
        <p:spPr>
          <a:xfrm>
            <a:off x="1536192" y="2734056"/>
            <a:ext cx="109728" cy="109728"/>
          </a:xfrm>
          <a:prstGeom prst="rect">
            <a:avLst/>
          </a:prstGeom>
          <a:solidFill>
            <a:srgbClr val="FFFFFF"/>
          </a:solidFill>
          <a:ln w="6350">
            <a:solidFill>
              <a:srgbClr val="AAAAAA"/>
            </a:solidFill>
            <a:prstDash val="solid"/>
          </a:ln>
        </p:spPr>
      </p:sp>
      <p:sp>
        <p:nvSpPr>
          <p:cNvPr id="165" name="Shape 163"/>
          <p:cNvSpPr/>
          <p:nvPr/>
        </p:nvSpPr>
        <p:spPr>
          <a:xfrm>
            <a:off x="548640" y="2843784"/>
            <a:ext cx="1097280" cy="0"/>
          </a:xfrm>
          <a:prstGeom prst="line">
            <a:avLst/>
          </a:prstGeom>
          <a:noFill/>
          <a:ln w="12700">
            <a:solidFill>
              <a:srgbClr val="CCCCCC"/>
            </a:solidFill>
            <a:prstDash val="solid"/>
          </a:ln>
        </p:spPr>
      </p:sp>
      <p:sp>
        <p:nvSpPr>
          <p:cNvPr id="166" name="Shape 164"/>
          <p:cNvSpPr/>
          <p:nvPr/>
        </p:nvSpPr>
        <p:spPr>
          <a:xfrm>
            <a:off x="548640" y="2843784"/>
            <a:ext cx="109728" cy="109728"/>
          </a:xfrm>
          <a:prstGeom prst="rect">
            <a:avLst/>
          </a:prstGeom>
          <a:solidFill>
            <a:srgbClr val="FFFFFF"/>
          </a:solidFill>
          <a:ln w="6350">
            <a:solidFill>
              <a:srgbClr val="AAAAAA"/>
            </a:solidFill>
            <a:prstDash val="solid"/>
          </a:ln>
        </p:spPr>
      </p:sp>
      <p:sp>
        <p:nvSpPr>
          <p:cNvPr id="167" name="Shape 165"/>
          <p:cNvSpPr/>
          <p:nvPr/>
        </p:nvSpPr>
        <p:spPr>
          <a:xfrm>
            <a:off x="658368" y="2843784"/>
            <a:ext cx="109728" cy="109728"/>
          </a:xfrm>
          <a:prstGeom prst="rect">
            <a:avLst/>
          </a:prstGeom>
          <a:solidFill>
            <a:srgbClr val="FFFFFF"/>
          </a:solidFill>
          <a:ln w="6350">
            <a:solidFill>
              <a:srgbClr val="AAAAAA"/>
            </a:solidFill>
            <a:prstDash val="solid"/>
          </a:ln>
        </p:spPr>
      </p:sp>
      <p:sp>
        <p:nvSpPr>
          <p:cNvPr id="168" name="Shape 166"/>
          <p:cNvSpPr/>
          <p:nvPr/>
        </p:nvSpPr>
        <p:spPr>
          <a:xfrm>
            <a:off x="768096" y="2843784"/>
            <a:ext cx="109728" cy="109728"/>
          </a:xfrm>
          <a:prstGeom prst="rect">
            <a:avLst/>
          </a:prstGeom>
          <a:solidFill>
            <a:srgbClr val="FFFFFF"/>
          </a:solidFill>
          <a:ln w="6350">
            <a:solidFill>
              <a:srgbClr val="AAAAAA"/>
            </a:solidFill>
            <a:prstDash val="solid"/>
          </a:ln>
        </p:spPr>
      </p:sp>
      <p:sp>
        <p:nvSpPr>
          <p:cNvPr id="169" name="Shape 167"/>
          <p:cNvSpPr/>
          <p:nvPr/>
        </p:nvSpPr>
        <p:spPr>
          <a:xfrm>
            <a:off x="877824" y="2843784"/>
            <a:ext cx="109728" cy="109728"/>
          </a:xfrm>
          <a:prstGeom prst="rect">
            <a:avLst/>
          </a:prstGeom>
          <a:solidFill>
            <a:srgbClr val="FFFFFF"/>
          </a:solidFill>
          <a:ln w="6350">
            <a:solidFill>
              <a:srgbClr val="AAAAAA"/>
            </a:solidFill>
            <a:prstDash val="solid"/>
          </a:ln>
        </p:spPr>
      </p:sp>
      <p:sp>
        <p:nvSpPr>
          <p:cNvPr id="170" name="Shape 168"/>
          <p:cNvSpPr/>
          <p:nvPr/>
        </p:nvSpPr>
        <p:spPr>
          <a:xfrm>
            <a:off x="987552" y="2843784"/>
            <a:ext cx="109728" cy="109728"/>
          </a:xfrm>
          <a:prstGeom prst="rect">
            <a:avLst/>
          </a:prstGeom>
          <a:solidFill>
            <a:srgbClr val="FFFFFF"/>
          </a:solidFill>
          <a:ln w="6350">
            <a:solidFill>
              <a:srgbClr val="AAAAAA"/>
            </a:solidFill>
            <a:prstDash val="solid"/>
          </a:ln>
        </p:spPr>
      </p:sp>
      <p:sp>
        <p:nvSpPr>
          <p:cNvPr id="171" name="Shape 169"/>
          <p:cNvSpPr/>
          <p:nvPr/>
        </p:nvSpPr>
        <p:spPr>
          <a:xfrm>
            <a:off x="1097280" y="2843784"/>
            <a:ext cx="109728" cy="109728"/>
          </a:xfrm>
          <a:prstGeom prst="rect">
            <a:avLst/>
          </a:prstGeom>
          <a:solidFill>
            <a:srgbClr val="FFFFFF"/>
          </a:solidFill>
          <a:ln w="6350">
            <a:solidFill>
              <a:srgbClr val="AAAAAA"/>
            </a:solidFill>
            <a:prstDash val="solid"/>
          </a:ln>
        </p:spPr>
      </p:sp>
      <p:sp>
        <p:nvSpPr>
          <p:cNvPr id="172" name="Shape 170"/>
          <p:cNvSpPr/>
          <p:nvPr/>
        </p:nvSpPr>
        <p:spPr>
          <a:xfrm>
            <a:off x="1207008" y="2843784"/>
            <a:ext cx="109728" cy="109728"/>
          </a:xfrm>
          <a:prstGeom prst="rect">
            <a:avLst/>
          </a:prstGeom>
          <a:solidFill>
            <a:srgbClr val="FFFFFF"/>
          </a:solidFill>
          <a:ln w="6350">
            <a:solidFill>
              <a:srgbClr val="AAAAAA"/>
            </a:solidFill>
            <a:prstDash val="solid"/>
          </a:ln>
        </p:spPr>
      </p:sp>
      <p:sp>
        <p:nvSpPr>
          <p:cNvPr id="173" name="Shape 171"/>
          <p:cNvSpPr/>
          <p:nvPr/>
        </p:nvSpPr>
        <p:spPr>
          <a:xfrm>
            <a:off x="1316736" y="2843784"/>
            <a:ext cx="109728" cy="109728"/>
          </a:xfrm>
          <a:prstGeom prst="rect">
            <a:avLst/>
          </a:prstGeom>
          <a:solidFill>
            <a:srgbClr val="FFFFFF"/>
          </a:solidFill>
          <a:ln w="6350">
            <a:solidFill>
              <a:srgbClr val="AAAAAA"/>
            </a:solidFill>
            <a:prstDash val="solid"/>
          </a:ln>
        </p:spPr>
      </p:sp>
      <p:sp>
        <p:nvSpPr>
          <p:cNvPr id="174" name="Shape 172"/>
          <p:cNvSpPr/>
          <p:nvPr/>
        </p:nvSpPr>
        <p:spPr>
          <a:xfrm>
            <a:off x="1426464" y="2843784"/>
            <a:ext cx="109728" cy="109728"/>
          </a:xfrm>
          <a:prstGeom prst="rect">
            <a:avLst/>
          </a:prstGeom>
          <a:solidFill>
            <a:srgbClr val="FFFFFF"/>
          </a:solidFill>
          <a:ln w="6350">
            <a:solidFill>
              <a:srgbClr val="AAAAAA"/>
            </a:solidFill>
            <a:prstDash val="solid"/>
          </a:ln>
        </p:spPr>
      </p:sp>
      <p:sp>
        <p:nvSpPr>
          <p:cNvPr id="175" name="Shape 173"/>
          <p:cNvSpPr/>
          <p:nvPr/>
        </p:nvSpPr>
        <p:spPr>
          <a:xfrm>
            <a:off x="1536192" y="2843784"/>
            <a:ext cx="109728" cy="109728"/>
          </a:xfrm>
          <a:prstGeom prst="rect">
            <a:avLst/>
          </a:prstGeom>
          <a:solidFill>
            <a:srgbClr val="FFFFFF"/>
          </a:solidFill>
          <a:ln w="6350">
            <a:solidFill>
              <a:srgbClr val="AAAAAA"/>
            </a:solidFill>
            <a:prstDash val="solid"/>
          </a:ln>
        </p:spPr>
      </p:sp>
      <p:sp>
        <p:nvSpPr>
          <p:cNvPr id="176" name="Shape 174"/>
          <p:cNvSpPr/>
          <p:nvPr/>
        </p:nvSpPr>
        <p:spPr>
          <a:xfrm>
            <a:off x="548640" y="2953512"/>
            <a:ext cx="1097280" cy="0"/>
          </a:xfrm>
          <a:prstGeom prst="line">
            <a:avLst/>
          </a:prstGeom>
          <a:noFill/>
          <a:ln w="12700">
            <a:solidFill>
              <a:srgbClr val="CCCCCC"/>
            </a:solidFill>
            <a:prstDash val="solid"/>
          </a:ln>
        </p:spPr>
      </p:sp>
      <p:sp>
        <p:nvSpPr>
          <p:cNvPr id="177" name="Shape 175"/>
          <p:cNvSpPr/>
          <p:nvPr/>
        </p:nvSpPr>
        <p:spPr>
          <a:xfrm>
            <a:off x="548640" y="2953512"/>
            <a:ext cx="109728" cy="109728"/>
          </a:xfrm>
          <a:prstGeom prst="rect">
            <a:avLst/>
          </a:prstGeom>
          <a:solidFill>
            <a:srgbClr val="FFFFFF"/>
          </a:solidFill>
          <a:ln w="6350">
            <a:solidFill>
              <a:srgbClr val="AAAAAA"/>
            </a:solidFill>
            <a:prstDash val="solid"/>
          </a:ln>
        </p:spPr>
      </p:sp>
      <p:sp>
        <p:nvSpPr>
          <p:cNvPr id="178" name="Shape 176"/>
          <p:cNvSpPr/>
          <p:nvPr/>
        </p:nvSpPr>
        <p:spPr>
          <a:xfrm>
            <a:off x="658368" y="2953512"/>
            <a:ext cx="109728" cy="109728"/>
          </a:xfrm>
          <a:prstGeom prst="rect">
            <a:avLst/>
          </a:prstGeom>
          <a:solidFill>
            <a:srgbClr val="FFFFFF"/>
          </a:solidFill>
          <a:ln w="6350">
            <a:solidFill>
              <a:srgbClr val="AAAAAA"/>
            </a:solidFill>
            <a:prstDash val="solid"/>
          </a:ln>
        </p:spPr>
      </p:sp>
      <p:sp>
        <p:nvSpPr>
          <p:cNvPr id="179" name="Shape 177"/>
          <p:cNvSpPr/>
          <p:nvPr/>
        </p:nvSpPr>
        <p:spPr>
          <a:xfrm>
            <a:off x="768096" y="2953512"/>
            <a:ext cx="109728" cy="109728"/>
          </a:xfrm>
          <a:prstGeom prst="rect">
            <a:avLst/>
          </a:prstGeom>
          <a:solidFill>
            <a:srgbClr val="FFFFFF"/>
          </a:solidFill>
          <a:ln w="6350">
            <a:solidFill>
              <a:srgbClr val="AAAAAA"/>
            </a:solidFill>
            <a:prstDash val="solid"/>
          </a:ln>
        </p:spPr>
      </p:sp>
      <p:sp>
        <p:nvSpPr>
          <p:cNvPr id="180" name="Shape 178"/>
          <p:cNvSpPr/>
          <p:nvPr/>
        </p:nvSpPr>
        <p:spPr>
          <a:xfrm>
            <a:off x="877824" y="2953512"/>
            <a:ext cx="109728" cy="109728"/>
          </a:xfrm>
          <a:prstGeom prst="rect">
            <a:avLst/>
          </a:prstGeom>
          <a:solidFill>
            <a:srgbClr val="FFFFFF"/>
          </a:solidFill>
          <a:ln w="6350">
            <a:solidFill>
              <a:srgbClr val="AAAAAA"/>
            </a:solidFill>
            <a:prstDash val="solid"/>
          </a:ln>
        </p:spPr>
      </p:sp>
      <p:sp>
        <p:nvSpPr>
          <p:cNvPr id="181" name="Shape 179"/>
          <p:cNvSpPr/>
          <p:nvPr/>
        </p:nvSpPr>
        <p:spPr>
          <a:xfrm>
            <a:off x="987552" y="2953512"/>
            <a:ext cx="109728" cy="109728"/>
          </a:xfrm>
          <a:prstGeom prst="rect">
            <a:avLst/>
          </a:prstGeom>
          <a:solidFill>
            <a:srgbClr val="FFFFFF"/>
          </a:solidFill>
          <a:ln w="6350">
            <a:solidFill>
              <a:srgbClr val="AAAAAA"/>
            </a:solidFill>
            <a:prstDash val="solid"/>
          </a:ln>
        </p:spPr>
      </p:sp>
      <p:sp>
        <p:nvSpPr>
          <p:cNvPr id="182" name="Shape 180"/>
          <p:cNvSpPr/>
          <p:nvPr/>
        </p:nvSpPr>
        <p:spPr>
          <a:xfrm>
            <a:off x="1097280" y="2953512"/>
            <a:ext cx="109728" cy="109728"/>
          </a:xfrm>
          <a:prstGeom prst="rect">
            <a:avLst/>
          </a:prstGeom>
          <a:solidFill>
            <a:srgbClr val="FFFFFF"/>
          </a:solidFill>
          <a:ln w="6350">
            <a:solidFill>
              <a:srgbClr val="AAAAAA"/>
            </a:solidFill>
            <a:prstDash val="solid"/>
          </a:ln>
        </p:spPr>
      </p:sp>
      <p:sp>
        <p:nvSpPr>
          <p:cNvPr id="183" name="Shape 181"/>
          <p:cNvSpPr/>
          <p:nvPr/>
        </p:nvSpPr>
        <p:spPr>
          <a:xfrm>
            <a:off x="1207008" y="2953512"/>
            <a:ext cx="109728" cy="109728"/>
          </a:xfrm>
          <a:prstGeom prst="rect">
            <a:avLst/>
          </a:prstGeom>
          <a:solidFill>
            <a:srgbClr val="FFFFFF"/>
          </a:solidFill>
          <a:ln w="6350">
            <a:solidFill>
              <a:srgbClr val="AAAAAA"/>
            </a:solidFill>
            <a:prstDash val="solid"/>
          </a:ln>
        </p:spPr>
      </p:sp>
      <p:sp>
        <p:nvSpPr>
          <p:cNvPr id="184" name="Shape 182"/>
          <p:cNvSpPr/>
          <p:nvPr/>
        </p:nvSpPr>
        <p:spPr>
          <a:xfrm>
            <a:off x="1316736" y="2953512"/>
            <a:ext cx="109728" cy="109728"/>
          </a:xfrm>
          <a:prstGeom prst="rect">
            <a:avLst/>
          </a:prstGeom>
          <a:solidFill>
            <a:srgbClr val="FFFFFF"/>
          </a:solidFill>
          <a:ln w="6350">
            <a:solidFill>
              <a:srgbClr val="AAAAAA"/>
            </a:solidFill>
            <a:prstDash val="solid"/>
          </a:ln>
        </p:spPr>
      </p:sp>
      <p:sp>
        <p:nvSpPr>
          <p:cNvPr id="185" name="Shape 183"/>
          <p:cNvSpPr/>
          <p:nvPr/>
        </p:nvSpPr>
        <p:spPr>
          <a:xfrm>
            <a:off x="1426464" y="2953512"/>
            <a:ext cx="109728" cy="109728"/>
          </a:xfrm>
          <a:prstGeom prst="rect">
            <a:avLst/>
          </a:prstGeom>
          <a:solidFill>
            <a:srgbClr val="FFFFFF"/>
          </a:solidFill>
          <a:ln w="6350">
            <a:solidFill>
              <a:srgbClr val="AAAAAA"/>
            </a:solidFill>
            <a:prstDash val="solid"/>
          </a:ln>
        </p:spPr>
      </p:sp>
      <p:sp>
        <p:nvSpPr>
          <p:cNvPr id="186" name="Shape 184"/>
          <p:cNvSpPr/>
          <p:nvPr/>
        </p:nvSpPr>
        <p:spPr>
          <a:xfrm>
            <a:off x="1536192" y="2953512"/>
            <a:ext cx="109728" cy="109728"/>
          </a:xfrm>
          <a:prstGeom prst="rect">
            <a:avLst/>
          </a:prstGeom>
          <a:solidFill>
            <a:srgbClr val="FFFFFF"/>
          </a:solidFill>
          <a:ln w="6350">
            <a:solidFill>
              <a:srgbClr val="AAAAAA"/>
            </a:solidFill>
            <a:prstDash val="solid"/>
          </a:ln>
        </p:spPr>
      </p:sp>
      <p:sp>
        <p:nvSpPr>
          <p:cNvPr id="187" name="Shape 185"/>
          <p:cNvSpPr/>
          <p:nvPr/>
        </p:nvSpPr>
        <p:spPr>
          <a:xfrm>
            <a:off x="548640" y="3063240"/>
            <a:ext cx="1097280" cy="0"/>
          </a:xfrm>
          <a:prstGeom prst="line">
            <a:avLst/>
          </a:prstGeom>
          <a:noFill/>
          <a:ln w="12700">
            <a:solidFill>
              <a:srgbClr val="CCCCCC"/>
            </a:solidFill>
            <a:prstDash val="solid"/>
          </a:ln>
        </p:spPr>
      </p:sp>
      <p:sp>
        <p:nvSpPr>
          <p:cNvPr id="188" name="Shape 186"/>
          <p:cNvSpPr/>
          <p:nvPr/>
        </p:nvSpPr>
        <p:spPr>
          <a:xfrm>
            <a:off x="548640" y="3063240"/>
            <a:ext cx="109728" cy="109728"/>
          </a:xfrm>
          <a:prstGeom prst="rect">
            <a:avLst/>
          </a:prstGeom>
          <a:solidFill>
            <a:srgbClr val="FFFFFF"/>
          </a:solidFill>
          <a:ln w="6350">
            <a:solidFill>
              <a:srgbClr val="AAAAAA"/>
            </a:solidFill>
            <a:prstDash val="solid"/>
          </a:ln>
        </p:spPr>
      </p:sp>
      <p:sp>
        <p:nvSpPr>
          <p:cNvPr id="189" name="Shape 187"/>
          <p:cNvSpPr/>
          <p:nvPr/>
        </p:nvSpPr>
        <p:spPr>
          <a:xfrm>
            <a:off x="658368" y="3063240"/>
            <a:ext cx="109728" cy="109728"/>
          </a:xfrm>
          <a:prstGeom prst="rect">
            <a:avLst/>
          </a:prstGeom>
          <a:solidFill>
            <a:srgbClr val="FFFFFF"/>
          </a:solidFill>
          <a:ln w="6350">
            <a:solidFill>
              <a:srgbClr val="AAAAAA"/>
            </a:solidFill>
            <a:prstDash val="solid"/>
          </a:ln>
        </p:spPr>
      </p:sp>
      <p:sp>
        <p:nvSpPr>
          <p:cNvPr id="190" name="Shape 188"/>
          <p:cNvSpPr/>
          <p:nvPr/>
        </p:nvSpPr>
        <p:spPr>
          <a:xfrm>
            <a:off x="768096" y="3063240"/>
            <a:ext cx="109728" cy="109728"/>
          </a:xfrm>
          <a:prstGeom prst="rect">
            <a:avLst/>
          </a:prstGeom>
          <a:solidFill>
            <a:srgbClr val="FFFFFF"/>
          </a:solidFill>
          <a:ln w="6350">
            <a:solidFill>
              <a:srgbClr val="AAAAAA"/>
            </a:solidFill>
            <a:prstDash val="solid"/>
          </a:ln>
        </p:spPr>
      </p:sp>
      <p:sp>
        <p:nvSpPr>
          <p:cNvPr id="191" name="Shape 189"/>
          <p:cNvSpPr/>
          <p:nvPr/>
        </p:nvSpPr>
        <p:spPr>
          <a:xfrm>
            <a:off x="877824" y="3063240"/>
            <a:ext cx="109728" cy="109728"/>
          </a:xfrm>
          <a:prstGeom prst="rect">
            <a:avLst/>
          </a:prstGeom>
          <a:solidFill>
            <a:srgbClr val="FFFFFF"/>
          </a:solidFill>
          <a:ln w="6350">
            <a:solidFill>
              <a:srgbClr val="AAAAAA"/>
            </a:solidFill>
            <a:prstDash val="solid"/>
          </a:ln>
        </p:spPr>
      </p:sp>
      <p:sp>
        <p:nvSpPr>
          <p:cNvPr id="192" name="Shape 190"/>
          <p:cNvSpPr/>
          <p:nvPr/>
        </p:nvSpPr>
        <p:spPr>
          <a:xfrm>
            <a:off x="987552" y="3063240"/>
            <a:ext cx="109728" cy="109728"/>
          </a:xfrm>
          <a:prstGeom prst="rect">
            <a:avLst/>
          </a:prstGeom>
          <a:solidFill>
            <a:srgbClr val="FFFFFF"/>
          </a:solidFill>
          <a:ln w="6350">
            <a:solidFill>
              <a:srgbClr val="AAAAAA"/>
            </a:solidFill>
            <a:prstDash val="solid"/>
          </a:ln>
        </p:spPr>
      </p:sp>
      <p:sp>
        <p:nvSpPr>
          <p:cNvPr id="193" name="Shape 191"/>
          <p:cNvSpPr/>
          <p:nvPr/>
        </p:nvSpPr>
        <p:spPr>
          <a:xfrm>
            <a:off x="1097280" y="3063240"/>
            <a:ext cx="109728" cy="109728"/>
          </a:xfrm>
          <a:prstGeom prst="rect">
            <a:avLst/>
          </a:prstGeom>
          <a:solidFill>
            <a:srgbClr val="FFFFFF"/>
          </a:solidFill>
          <a:ln w="6350">
            <a:solidFill>
              <a:srgbClr val="AAAAAA"/>
            </a:solidFill>
            <a:prstDash val="solid"/>
          </a:ln>
        </p:spPr>
      </p:sp>
      <p:sp>
        <p:nvSpPr>
          <p:cNvPr id="194" name="Shape 192"/>
          <p:cNvSpPr/>
          <p:nvPr/>
        </p:nvSpPr>
        <p:spPr>
          <a:xfrm>
            <a:off x="1207008" y="3063240"/>
            <a:ext cx="109728" cy="109728"/>
          </a:xfrm>
          <a:prstGeom prst="rect">
            <a:avLst/>
          </a:prstGeom>
          <a:solidFill>
            <a:srgbClr val="FFFFFF"/>
          </a:solidFill>
          <a:ln w="6350">
            <a:solidFill>
              <a:srgbClr val="AAAAAA"/>
            </a:solidFill>
            <a:prstDash val="solid"/>
          </a:ln>
        </p:spPr>
      </p:sp>
      <p:sp>
        <p:nvSpPr>
          <p:cNvPr id="195" name="Shape 193"/>
          <p:cNvSpPr/>
          <p:nvPr/>
        </p:nvSpPr>
        <p:spPr>
          <a:xfrm>
            <a:off x="1316736" y="3063240"/>
            <a:ext cx="109728" cy="109728"/>
          </a:xfrm>
          <a:prstGeom prst="rect">
            <a:avLst/>
          </a:prstGeom>
          <a:solidFill>
            <a:srgbClr val="FFFFFF"/>
          </a:solidFill>
          <a:ln w="6350">
            <a:solidFill>
              <a:srgbClr val="AAAAAA"/>
            </a:solidFill>
            <a:prstDash val="solid"/>
          </a:ln>
        </p:spPr>
      </p:sp>
      <p:sp>
        <p:nvSpPr>
          <p:cNvPr id="196" name="Shape 194"/>
          <p:cNvSpPr/>
          <p:nvPr/>
        </p:nvSpPr>
        <p:spPr>
          <a:xfrm>
            <a:off x="1426464" y="3063240"/>
            <a:ext cx="109728" cy="109728"/>
          </a:xfrm>
          <a:prstGeom prst="rect">
            <a:avLst/>
          </a:prstGeom>
          <a:solidFill>
            <a:srgbClr val="FFFFFF"/>
          </a:solidFill>
          <a:ln w="6350">
            <a:solidFill>
              <a:srgbClr val="AAAAAA"/>
            </a:solidFill>
            <a:prstDash val="solid"/>
          </a:ln>
        </p:spPr>
      </p:sp>
      <p:sp>
        <p:nvSpPr>
          <p:cNvPr id="197" name="Shape 195"/>
          <p:cNvSpPr/>
          <p:nvPr/>
        </p:nvSpPr>
        <p:spPr>
          <a:xfrm>
            <a:off x="1536192" y="3063240"/>
            <a:ext cx="109728" cy="109728"/>
          </a:xfrm>
          <a:prstGeom prst="rect">
            <a:avLst/>
          </a:prstGeom>
          <a:solidFill>
            <a:srgbClr val="FFFFFF"/>
          </a:solidFill>
          <a:ln w="6350">
            <a:solidFill>
              <a:srgbClr val="AAAAAA"/>
            </a:solidFill>
            <a:prstDash val="solid"/>
          </a:ln>
        </p:spPr>
      </p:sp>
      <p:sp>
        <p:nvSpPr>
          <p:cNvPr id="198" name="Shape 196"/>
          <p:cNvSpPr/>
          <p:nvPr/>
        </p:nvSpPr>
        <p:spPr>
          <a:xfrm>
            <a:off x="548640" y="3172968"/>
            <a:ext cx="1097280" cy="0"/>
          </a:xfrm>
          <a:prstGeom prst="line">
            <a:avLst/>
          </a:prstGeom>
          <a:noFill/>
          <a:ln w="12700">
            <a:solidFill>
              <a:srgbClr val="CCCCCC"/>
            </a:solidFill>
            <a:prstDash val="solid"/>
          </a:ln>
        </p:spPr>
      </p:sp>
      <p:sp>
        <p:nvSpPr>
          <p:cNvPr id="199" name="Shape 197"/>
          <p:cNvSpPr/>
          <p:nvPr/>
        </p:nvSpPr>
        <p:spPr>
          <a:xfrm>
            <a:off x="548640" y="3172968"/>
            <a:ext cx="109728" cy="109728"/>
          </a:xfrm>
          <a:prstGeom prst="rect">
            <a:avLst/>
          </a:prstGeom>
          <a:solidFill>
            <a:srgbClr val="FFFFFF"/>
          </a:solidFill>
          <a:ln w="6350">
            <a:solidFill>
              <a:srgbClr val="AAAAAA"/>
            </a:solidFill>
            <a:prstDash val="solid"/>
          </a:ln>
        </p:spPr>
      </p:sp>
      <p:sp>
        <p:nvSpPr>
          <p:cNvPr id="200" name="Shape 198"/>
          <p:cNvSpPr/>
          <p:nvPr/>
        </p:nvSpPr>
        <p:spPr>
          <a:xfrm>
            <a:off x="658368" y="3172968"/>
            <a:ext cx="109728" cy="109728"/>
          </a:xfrm>
          <a:prstGeom prst="rect">
            <a:avLst/>
          </a:prstGeom>
          <a:solidFill>
            <a:srgbClr val="FFFFFF"/>
          </a:solidFill>
          <a:ln w="6350">
            <a:solidFill>
              <a:srgbClr val="AAAAAA"/>
            </a:solidFill>
            <a:prstDash val="solid"/>
          </a:ln>
        </p:spPr>
      </p:sp>
      <p:sp>
        <p:nvSpPr>
          <p:cNvPr id="201" name="Shape 199"/>
          <p:cNvSpPr/>
          <p:nvPr/>
        </p:nvSpPr>
        <p:spPr>
          <a:xfrm>
            <a:off x="768096" y="3172968"/>
            <a:ext cx="109728" cy="109728"/>
          </a:xfrm>
          <a:prstGeom prst="rect">
            <a:avLst/>
          </a:prstGeom>
          <a:solidFill>
            <a:srgbClr val="FFFFFF"/>
          </a:solidFill>
          <a:ln w="6350">
            <a:solidFill>
              <a:srgbClr val="AAAAAA"/>
            </a:solidFill>
            <a:prstDash val="solid"/>
          </a:ln>
        </p:spPr>
      </p:sp>
      <p:sp>
        <p:nvSpPr>
          <p:cNvPr id="202" name="Shape 200"/>
          <p:cNvSpPr/>
          <p:nvPr/>
        </p:nvSpPr>
        <p:spPr>
          <a:xfrm>
            <a:off x="877824" y="3172968"/>
            <a:ext cx="109728" cy="109728"/>
          </a:xfrm>
          <a:prstGeom prst="rect">
            <a:avLst/>
          </a:prstGeom>
          <a:solidFill>
            <a:srgbClr val="FFFFFF"/>
          </a:solidFill>
          <a:ln w="6350">
            <a:solidFill>
              <a:srgbClr val="AAAAAA"/>
            </a:solidFill>
            <a:prstDash val="solid"/>
          </a:ln>
        </p:spPr>
      </p:sp>
      <p:sp>
        <p:nvSpPr>
          <p:cNvPr id="203" name="Shape 201"/>
          <p:cNvSpPr/>
          <p:nvPr/>
        </p:nvSpPr>
        <p:spPr>
          <a:xfrm>
            <a:off x="987552" y="3172968"/>
            <a:ext cx="109728" cy="109728"/>
          </a:xfrm>
          <a:prstGeom prst="rect">
            <a:avLst/>
          </a:prstGeom>
          <a:solidFill>
            <a:srgbClr val="FFFFFF"/>
          </a:solidFill>
          <a:ln w="6350">
            <a:solidFill>
              <a:srgbClr val="AAAAAA"/>
            </a:solidFill>
            <a:prstDash val="solid"/>
          </a:ln>
        </p:spPr>
      </p:sp>
      <p:sp>
        <p:nvSpPr>
          <p:cNvPr id="204" name="Shape 202"/>
          <p:cNvSpPr/>
          <p:nvPr/>
        </p:nvSpPr>
        <p:spPr>
          <a:xfrm>
            <a:off x="1097280" y="3172968"/>
            <a:ext cx="109728" cy="109728"/>
          </a:xfrm>
          <a:prstGeom prst="rect">
            <a:avLst/>
          </a:prstGeom>
          <a:solidFill>
            <a:srgbClr val="FFFFFF"/>
          </a:solidFill>
          <a:ln w="6350">
            <a:solidFill>
              <a:srgbClr val="AAAAAA"/>
            </a:solidFill>
            <a:prstDash val="solid"/>
          </a:ln>
        </p:spPr>
      </p:sp>
      <p:sp>
        <p:nvSpPr>
          <p:cNvPr id="205" name="Shape 203"/>
          <p:cNvSpPr/>
          <p:nvPr/>
        </p:nvSpPr>
        <p:spPr>
          <a:xfrm>
            <a:off x="1207008" y="3172968"/>
            <a:ext cx="109728" cy="109728"/>
          </a:xfrm>
          <a:prstGeom prst="rect">
            <a:avLst/>
          </a:prstGeom>
          <a:solidFill>
            <a:srgbClr val="FFFFFF"/>
          </a:solidFill>
          <a:ln w="6350">
            <a:solidFill>
              <a:srgbClr val="AAAAAA"/>
            </a:solidFill>
            <a:prstDash val="solid"/>
          </a:ln>
        </p:spPr>
      </p:sp>
      <p:sp>
        <p:nvSpPr>
          <p:cNvPr id="206" name="Shape 204"/>
          <p:cNvSpPr/>
          <p:nvPr/>
        </p:nvSpPr>
        <p:spPr>
          <a:xfrm>
            <a:off x="1316736" y="3172968"/>
            <a:ext cx="109728" cy="109728"/>
          </a:xfrm>
          <a:prstGeom prst="rect">
            <a:avLst/>
          </a:prstGeom>
          <a:solidFill>
            <a:srgbClr val="FFFFFF"/>
          </a:solidFill>
          <a:ln w="6350">
            <a:solidFill>
              <a:srgbClr val="AAAAAA"/>
            </a:solidFill>
            <a:prstDash val="solid"/>
          </a:ln>
        </p:spPr>
      </p:sp>
      <p:sp>
        <p:nvSpPr>
          <p:cNvPr id="207" name="Shape 205"/>
          <p:cNvSpPr/>
          <p:nvPr/>
        </p:nvSpPr>
        <p:spPr>
          <a:xfrm>
            <a:off x="1426464" y="3172968"/>
            <a:ext cx="109728" cy="109728"/>
          </a:xfrm>
          <a:prstGeom prst="rect">
            <a:avLst/>
          </a:prstGeom>
          <a:solidFill>
            <a:srgbClr val="FFFFFF"/>
          </a:solidFill>
          <a:ln w="6350">
            <a:solidFill>
              <a:srgbClr val="AAAAAA"/>
            </a:solidFill>
            <a:prstDash val="solid"/>
          </a:ln>
        </p:spPr>
      </p:sp>
      <p:sp>
        <p:nvSpPr>
          <p:cNvPr id="208" name="Shape 206"/>
          <p:cNvSpPr/>
          <p:nvPr/>
        </p:nvSpPr>
        <p:spPr>
          <a:xfrm>
            <a:off x="1536192" y="3172968"/>
            <a:ext cx="109728" cy="109728"/>
          </a:xfrm>
          <a:prstGeom prst="rect">
            <a:avLst/>
          </a:prstGeom>
          <a:solidFill>
            <a:srgbClr val="FFFFFF"/>
          </a:solidFill>
          <a:ln w="6350">
            <a:solidFill>
              <a:srgbClr val="AAAAAA"/>
            </a:solidFill>
            <a:prstDash val="solid"/>
          </a:ln>
        </p:spPr>
      </p:sp>
      <p:sp>
        <p:nvSpPr>
          <p:cNvPr id="209" name="Shape 207"/>
          <p:cNvSpPr/>
          <p:nvPr/>
        </p:nvSpPr>
        <p:spPr>
          <a:xfrm>
            <a:off x="548640" y="3282696"/>
            <a:ext cx="1097280" cy="0"/>
          </a:xfrm>
          <a:prstGeom prst="line">
            <a:avLst/>
          </a:prstGeom>
          <a:noFill/>
          <a:ln w="12700">
            <a:solidFill>
              <a:srgbClr val="CCCCCC"/>
            </a:solidFill>
            <a:prstDash val="solid"/>
          </a:ln>
        </p:spPr>
      </p:sp>
      <p:sp>
        <p:nvSpPr>
          <p:cNvPr id="210" name="Shape 208"/>
          <p:cNvSpPr/>
          <p:nvPr/>
        </p:nvSpPr>
        <p:spPr>
          <a:xfrm>
            <a:off x="548640" y="3282696"/>
            <a:ext cx="109728" cy="109728"/>
          </a:xfrm>
          <a:prstGeom prst="rect">
            <a:avLst/>
          </a:prstGeom>
          <a:solidFill>
            <a:srgbClr val="FFFFFF"/>
          </a:solidFill>
          <a:ln w="6350">
            <a:solidFill>
              <a:srgbClr val="AAAAAA"/>
            </a:solidFill>
            <a:prstDash val="solid"/>
          </a:ln>
        </p:spPr>
      </p:sp>
      <p:sp>
        <p:nvSpPr>
          <p:cNvPr id="211" name="Shape 209"/>
          <p:cNvSpPr/>
          <p:nvPr/>
        </p:nvSpPr>
        <p:spPr>
          <a:xfrm>
            <a:off x="658368" y="3282696"/>
            <a:ext cx="109728" cy="109728"/>
          </a:xfrm>
          <a:prstGeom prst="rect">
            <a:avLst/>
          </a:prstGeom>
          <a:solidFill>
            <a:srgbClr val="FFFFFF"/>
          </a:solidFill>
          <a:ln w="6350">
            <a:solidFill>
              <a:srgbClr val="AAAAAA"/>
            </a:solidFill>
            <a:prstDash val="solid"/>
          </a:ln>
        </p:spPr>
      </p:sp>
      <p:sp>
        <p:nvSpPr>
          <p:cNvPr id="212" name="Shape 210"/>
          <p:cNvSpPr/>
          <p:nvPr/>
        </p:nvSpPr>
        <p:spPr>
          <a:xfrm>
            <a:off x="768096" y="3282696"/>
            <a:ext cx="109728" cy="109728"/>
          </a:xfrm>
          <a:prstGeom prst="rect">
            <a:avLst/>
          </a:prstGeom>
          <a:solidFill>
            <a:srgbClr val="FFFFFF"/>
          </a:solidFill>
          <a:ln w="6350">
            <a:solidFill>
              <a:srgbClr val="AAAAAA"/>
            </a:solidFill>
            <a:prstDash val="solid"/>
          </a:ln>
        </p:spPr>
      </p:sp>
      <p:sp>
        <p:nvSpPr>
          <p:cNvPr id="213" name="Shape 211"/>
          <p:cNvSpPr/>
          <p:nvPr/>
        </p:nvSpPr>
        <p:spPr>
          <a:xfrm>
            <a:off x="877824" y="3282696"/>
            <a:ext cx="109728" cy="109728"/>
          </a:xfrm>
          <a:prstGeom prst="rect">
            <a:avLst/>
          </a:prstGeom>
          <a:solidFill>
            <a:srgbClr val="FFFFFF"/>
          </a:solidFill>
          <a:ln w="6350">
            <a:solidFill>
              <a:srgbClr val="AAAAAA"/>
            </a:solidFill>
            <a:prstDash val="solid"/>
          </a:ln>
        </p:spPr>
      </p:sp>
      <p:sp>
        <p:nvSpPr>
          <p:cNvPr id="214" name="Shape 212"/>
          <p:cNvSpPr/>
          <p:nvPr/>
        </p:nvSpPr>
        <p:spPr>
          <a:xfrm>
            <a:off x="987552" y="3282696"/>
            <a:ext cx="109728" cy="109728"/>
          </a:xfrm>
          <a:prstGeom prst="rect">
            <a:avLst/>
          </a:prstGeom>
          <a:solidFill>
            <a:srgbClr val="FFFFFF"/>
          </a:solidFill>
          <a:ln w="6350">
            <a:solidFill>
              <a:srgbClr val="AAAAAA"/>
            </a:solidFill>
            <a:prstDash val="solid"/>
          </a:ln>
        </p:spPr>
      </p:sp>
      <p:sp>
        <p:nvSpPr>
          <p:cNvPr id="215" name="Shape 213"/>
          <p:cNvSpPr/>
          <p:nvPr/>
        </p:nvSpPr>
        <p:spPr>
          <a:xfrm>
            <a:off x="1097280" y="3282696"/>
            <a:ext cx="109728" cy="109728"/>
          </a:xfrm>
          <a:prstGeom prst="rect">
            <a:avLst/>
          </a:prstGeom>
          <a:solidFill>
            <a:srgbClr val="FFFFFF"/>
          </a:solidFill>
          <a:ln w="6350">
            <a:solidFill>
              <a:srgbClr val="AAAAAA"/>
            </a:solidFill>
            <a:prstDash val="solid"/>
          </a:ln>
        </p:spPr>
      </p:sp>
      <p:sp>
        <p:nvSpPr>
          <p:cNvPr id="216" name="Shape 214"/>
          <p:cNvSpPr/>
          <p:nvPr/>
        </p:nvSpPr>
        <p:spPr>
          <a:xfrm>
            <a:off x="1207008" y="3282696"/>
            <a:ext cx="109728" cy="109728"/>
          </a:xfrm>
          <a:prstGeom prst="rect">
            <a:avLst/>
          </a:prstGeom>
          <a:solidFill>
            <a:srgbClr val="FFFFFF"/>
          </a:solidFill>
          <a:ln w="6350">
            <a:solidFill>
              <a:srgbClr val="AAAAAA"/>
            </a:solidFill>
            <a:prstDash val="solid"/>
          </a:ln>
        </p:spPr>
      </p:sp>
      <p:sp>
        <p:nvSpPr>
          <p:cNvPr id="217" name="Shape 215"/>
          <p:cNvSpPr/>
          <p:nvPr/>
        </p:nvSpPr>
        <p:spPr>
          <a:xfrm>
            <a:off x="1316736" y="3282696"/>
            <a:ext cx="109728" cy="109728"/>
          </a:xfrm>
          <a:prstGeom prst="rect">
            <a:avLst/>
          </a:prstGeom>
          <a:solidFill>
            <a:srgbClr val="FFFFFF"/>
          </a:solidFill>
          <a:ln w="6350">
            <a:solidFill>
              <a:srgbClr val="AAAAAA"/>
            </a:solidFill>
            <a:prstDash val="solid"/>
          </a:ln>
        </p:spPr>
      </p:sp>
      <p:sp>
        <p:nvSpPr>
          <p:cNvPr id="218" name="Shape 216"/>
          <p:cNvSpPr/>
          <p:nvPr/>
        </p:nvSpPr>
        <p:spPr>
          <a:xfrm>
            <a:off x="1426464" y="3282696"/>
            <a:ext cx="109728" cy="109728"/>
          </a:xfrm>
          <a:prstGeom prst="rect">
            <a:avLst/>
          </a:prstGeom>
          <a:solidFill>
            <a:srgbClr val="FFFFFF"/>
          </a:solidFill>
          <a:ln w="6350">
            <a:solidFill>
              <a:srgbClr val="AAAAAA"/>
            </a:solidFill>
            <a:prstDash val="solid"/>
          </a:ln>
        </p:spPr>
      </p:sp>
      <p:sp>
        <p:nvSpPr>
          <p:cNvPr id="219" name="Shape 217"/>
          <p:cNvSpPr/>
          <p:nvPr/>
        </p:nvSpPr>
        <p:spPr>
          <a:xfrm>
            <a:off x="1536192" y="3282696"/>
            <a:ext cx="109728" cy="109728"/>
          </a:xfrm>
          <a:prstGeom prst="rect">
            <a:avLst/>
          </a:prstGeom>
          <a:solidFill>
            <a:srgbClr val="FFFFFF"/>
          </a:solidFill>
          <a:ln w="6350">
            <a:solidFill>
              <a:srgbClr val="AAAAAA"/>
            </a:solidFill>
            <a:prstDash val="solid"/>
          </a:ln>
        </p:spPr>
      </p:sp>
      <p:sp>
        <p:nvSpPr>
          <p:cNvPr id="220" name="Shape 218"/>
          <p:cNvSpPr/>
          <p:nvPr/>
        </p:nvSpPr>
        <p:spPr>
          <a:xfrm>
            <a:off x="548640" y="3392424"/>
            <a:ext cx="1097280" cy="0"/>
          </a:xfrm>
          <a:prstGeom prst="line">
            <a:avLst/>
          </a:prstGeom>
          <a:noFill/>
          <a:ln w="12700">
            <a:solidFill>
              <a:srgbClr val="CCCCCC"/>
            </a:solidFill>
            <a:prstDash val="solid"/>
          </a:ln>
        </p:spPr>
      </p:sp>
      <p:sp>
        <p:nvSpPr>
          <p:cNvPr id="221" name="Shape 219"/>
          <p:cNvSpPr/>
          <p:nvPr/>
        </p:nvSpPr>
        <p:spPr>
          <a:xfrm>
            <a:off x="548640" y="3392424"/>
            <a:ext cx="109728" cy="109728"/>
          </a:xfrm>
          <a:prstGeom prst="rect">
            <a:avLst/>
          </a:prstGeom>
          <a:solidFill>
            <a:srgbClr val="FFFFFF"/>
          </a:solidFill>
          <a:ln w="6350">
            <a:solidFill>
              <a:srgbClr val="AAAAAA"/>
            </a:solidFill>
            <a:prstDash val="solid"/>
          </a:ln>
        </p:spPr>
      </p:sp>
      <p:sp>
        <p:nvSpPr>
          <p:cNvPr id="222" name="Shape 220"/>
          <p:cNvSpPr/>
          <p:nvPr/>
        </p:nvSpPr>
        <p:spPr>
          <a:xfrm>
            <a:off x="658368" y="3392424"/>
            <a:ext cx="109728" cy="109728"/>
          </a:xfrm>
          <a:prstGeom prst="rect">
            <a:avLst/>
          </a:prstGeom>
          <a:solidFill>
            <a:srgbClr val="FFFFFF"/>
          </a:solidFill>
          <a:ln w="6350">
            <a:solidFill>
              <a:srgbClr val="AAAAAA"/>
            </a:solidFill>
            <a:prstDash val="solid"/>
          </a:ln>
        </p:spPr>
      </p:sp>
      <p:sp>
        <p:nvSpPr>
          <p:cNvPr id="223" name="Shape 221"/>
          <p:cNvSpPr/>
          <p:nvPr/>
        </p:nvSpPr>
        <p:spPr>
          <a:xfrm>
            <a:off x="768096" y="3392424"/>
            <a:ext cx="109728" cy="109728"/>
          </a:xfrm>
          <a:prstGeom prst="rect">
            <a:avLst/>
          </a:prstGeom>
          <a:solidFill>
            <a:srgbClr val="FFFFFF"/>
          </a:solidFill>
          <a:ln w="6350">
            <a:solidFill>
              <a:srgbClr val="AAAAAA"/>
            </a:solidFill>
            <a:prstDash val="solid"/>
          </a:ln>
        </p:spPr>
      </p:sp>
      <p:sp>
        <p:nvSpPr>
          <p:cNvPr id="224" name="Shape 222"/>
          <p:cNvSpPr/>
          <p:nvPr/>
        </p:nvSpPr>
        <p:spPr>
          <a:xfrm>
            <a:off x="877824" y="3392424"/>
            <a:ext cx="109728" cy="109728"/>
          </a:xfrm>
          <a:prstGeom prst="rect">
            <a:avLst/>
          </a:prstGeom>
          <a:solidFill>
            <a:srgbClr val="FFFFFF"/>
          </a:solidFill>
          <a:ln w="6350">
            <a:solidFill>
              <a:srgbClr val="AAAAAA"/>
            </a:solidFill>
            <a:prstDash val="solid"/>
          </a:ln>
        </p:spPr>
      </p:sp>
      <p:sp>
        <p:nvSpPr>
          <p:cNvPr id="225" name="Shape 223"/>
          <p:cNvSpPr/>
          <p:nvPr/>
        </p:nvSpPr>
        <p:spPr>
          <a:xfrm>
            <a:off x="987552" y="3392424"/>
            <a:ext cx="109728" cy="109728"/>
          </a:xfrm>
          <a:prstGeom prst="rect">
            <a:avLst/>
          </a:prstGeom>
          <a:solidFill>
            <a:srgbClr val="FFFFFF"/>
          </a:solidFill>
          <a:ln w="6350">
            <a:solidFill>
              <a:srgbClr val="AAAAAA"/>
            </a:solidFill>
            <a:prstDash val="solid"/>
          </a:ln>
        </p:spPr>
      </p:sp>
      <p:sp>
        <p:nvSpPr>
          <p:cNvPr id="226" name="Shape 224"/>
          <p:cNvSpPr/>
          <p:nvPr/>
        </p:nvSpPr>
        <p:spPr>
          <a:xfrm>
            <a:off x="1097280" y="3392424"/>
            <a:ext cx="109728" cy="109728"/>
          </a:xfrm>
          <a:prstGeom prst="rect">
            <a:avLst/>
          </a:prstGeom>
          <a:solidFill>
            <a:srgbClr val="FFFFFF"/>
          </a:solidFill>
          <a:ln w="6350">
            <a:solidFill>
              <a:srgbClr val="AAAAAA"/>
            </a:solidFill>
            <a:prstDash val="solid"/>
          </a:ln>
        </p:spPr>
      </p:sp>
      <p:sp>
        <p:nvSpPr>
          <p:cNvPr id="227" name="Shape 225"/>
          <p:cNvSpPr/>
          <p:nvPr/>
        </p:nvSpPr>
        <p:spPr>
          <a:xfrm>
            <a:off x="1207008" y="3392424"/>
            <a:ext cx="109728" cy="109728"/>
          </a:xfrm>
          <a:prstGeom prst="rect">
            <a:avLst/>
          </a:prstGeom>
          <a:solidFill>
            <a:srgbClr val="FFFFFF"/>
          </a:solidFill>
          <a:ln w="6350">
            <a:solidFill>
              <a:srgbClr val="AAAAAA"/>
            </a:solidFill>
            <a:prstDash val="solid"/>
          </a:ln>
        </p:spPr>
      </p:sp>
      <p:sp>
        <p:nvSpPr>
          <p:cNvPr id="228" name="Shape 226"/>
          <p:cNvSpPr/>
          <p:nvPr/>
        </p:nvSpPr>
        <p:spPr>
          <a:xfrm>
            <a:off x="1316736" y="3392424"/>
            <a:ext cx="109728" cy="109728"/>
          </a:xfrm>
          <a:prstGeom prst="rect">
            <a:avLst/>
          </a:prstGeom>
          <a:solidFill>
            <a:srgbClr val="FFFFFF"/>
          </a:solidFill>
          <a:ln w="6350">
            <a:solidFill>
              <a:srgbClr val="AAAAAA"/>
            </a:solidFill>
            <a:prstDash val="solid"/>
          </a:ln>
        </p:spPr>
      </p:sp>
      <p:sp>
        <p:nvSpPr>
          <p:cNvPr id="229" name="Shape 227"/>
          <p:cNvSpPr/>
          <p:nvPr/>
        </p:nvSpPr>
        <p:spPr>
          <a:xfrm>
            <a:off x="1426464" y="3392424"/>
            <a:ext cx="109728" cy="109728"/>
          </a:xfrm>
          <a:prstGeom prst="rect">
            <a:avLst/>
          </a:prstGeom>
          <a:solidFill>
            <a:srgbClr val="FFFFFF"/>
          </a:solidFill>
          <a:ln w="6350">
            <a:solidFill>
              <a:srgbClr val="AAAAAA"/>
            </a:solidFill>
            <a:prstDash val="solid"/>
          </a:ln>
        </p:spPr>
      </p:sp>
      <p:sp>
        <p:nvSpPr>
          <p:cNvPr id="230" name="Shape 228"/>
          <p:cNvSpPr/>
          <p:nvPr/>
        </p:nvSpPr>
        <p:spPr>
          <a:xfrm>
            <a:off x="1536192" y="3392424"/>
            <a:ext cx="109728" cy="109728"/>
          </a:xfrm>
          <a:prstGeom prst="rect">
            <a:avLst/>
          </a:prstGeom>
          <a:solidFill>
            <a:srgbClr val="FFFFFF"/>
          </a:solidFill>
          <a:ln w="6350">
            <a:solidFill>
              <a:srgbClr val="AAAAAA"/>
            </a:solidFill>
            <a:prstDash val="solid"/>
          </a:ln>
        </p:spPr>
      </p:sp>
      <p:sp>
        <p:nvSpPr>
          <p:cNvPr id="231" name="Shape 229"/>
          <p:cNvSpPr/>
          <p:nvPr/>
        </p:nvSpPr>
        <p:spPr>
          <a:xfrm>
            <a:off x="548640" y="3502152"/>
            <a:ext cx="1097280" cy="0"/>
          </a:xfrm>
          <a:prstGeom prst="line">
            <a:avLst/>
          </a:prstGeom>
          <a:noFill/>
          <a:ln w="12700">
            <a:solidFill>
              <a:srgbClr val="CCCCCC"/>
            </a:solidFill>
            <a:prstDash val="solid"/>
          </a:ln>
        </p:spPr>
      </p:sp>
      <p:sp>
        <p:nvSpPr>
          <p:cNvPr id="232" name="Shape 230"/>
          <p:cNvSpPr/>
          <p:nvPr/>
        </p:nvSpPr>
        <p:spPr>
          <a:xfrm>
            <a:off x="548640" y="3502152"/>
            <a:ext cx="109728" cy="109728"/>
          </a:xfrm>
          <a:prstGeom prst="rect">
            <a:avLst/>
          </a:prstGeom>
          <a:solidFill>
            <a:srgbClr val="FFFFFF"/>
          </a:solidFill>
          <a:ln w="6350">
            <a:solidFill>
              <a:srgbClr val="AAAAAA"/>
            </a:solidFill>
            <a:prstDash val="solid"/>
          </a:ln>
        </p:spPr>
      </p:sp>
      <p:sp>
        <p:nvSpPr>
          <p:cNvPr id="233" name="Shape 231"/>
          <p:cNvSpPr/>
          <p:nvPr/>
        </p:nvSpPr>
        <p:spPr>
          <a:xfrm>
            <a:off x="658368" y="3502152"/>
            <a:ext cx="109728" cy="109728"/>
          </a:xfrm>
          <a:prstGeom prst="rect">
            <a:avLst/>
          </a:prstGeom>
          <a:solidFill>
            <a:srgbClr val="FFFFFF"/>
          </a:solidFill>
          <a:ln w="6350">
            <a:solidFill>
              <a:srgbClr val="AAAAAA"/>
            </a:solidFill>
            <a:prstDash val="solid"/>
          </a:ln>
        </p:spPr>
      </p:sp>
      <p:sp>
        <p:nvSpPr>
          <p:cNvPr id="234" name="Shape 232"/>
          <p:cNvSpPr/>
          <p:nvPr/>
        </p:nvSpPr>
        <p:spPr>
          <a:xfrm>
            <a:off x="768096" y="3502152"/>
            <a:ext cx="109728" cy="109728"/>
          </a:xfrm>
          <a:prstGeom prst="rect">
            <a:avLst/>
          </a:prstGeom>
          <a:solidFill>
            <a:srgbClr val="FFFFFF"/>
          </a:solidFill>
          <a:ln w="6350">
            <a:solidFill>
              <a:srgbClr val="AAAAAA"/>
            </a:solidFill>
            <a:prstDash val="solid"/>
          </a:ln>
        </p:spPr>
      </p:sp>
      <p:sp>
        <p:nvSpPr>
          <p:cNvPr id="235" name="Shape 233"/>
          <p:cNvSpPr/>
          <p:nvPr/>
        </p:nvSpPr>
        <p:spPr>
          <a:xfrm>
            <a:off x="877824" y="3502152"/>
            <a:ext cx="109728" cy="109728"/>
          </a:xfrm>
          <a:prstGeom prst="rect">
            <a:avLst/>
          </a:prstGeom>
          <a:solidFill>
            <a:srgbClr val="FFFFFF"/>
          </a:solidFill>
          <a:ln w="6350">
            <a:solidFill>
              <a:srgbClr val="AAAAAA"/>
            </a:solidFill>
            <a:prstDash val="solid"/>
          </a:ln>
        </p:spPr>
      </p:sp>
      <p:sp>
        <p:nvSpPr>
          <p:cNvPr id="236" name="Shape 234"/>
          <p:cNvSpPr/>
          <p:nvPr/>
        </p:nvSpPr>
        <p:spPr>
          <a:xfrm>
            <a:off x="987552" y="3502152"/>
            <a:ext cx="109728" cy="109728"/>
          </a:xfrm>
          <a:prstGeom prst="rect">
            <a:avLst/>
          </a:prstGeom>
          <a:solidFill>
            <a:srgbClr val="FFFFFF"/>
          </a:solidFill>
          <a:ln w="6350">
            <a:solidFill>
              <a:srgbClr val="AAAAAA"/>
            </a:solidFill>
            <a:prstDash val="solid"/>
          </a:ln>
        </p:spPr>
      </p:sp>
      <p:sp>
        <p:nvSpPr>
          <p:cNvPr id="237" name="Shape 235"/>
          <p:cNvSpPr/>
          <p:nvPr/>
        </p:nvSpPr>
        <p:spPr>
          <a:xfrm>
            <a:off x="1097280" y="3502152"/>
            <a:ext cx="109728" cy="109728"/>
          </a:xfrm>
          <a:prstGeom prst="rect">
            <a:avLst/>
          </a:prstGeom>
          <a:solidFill>
            <a:srgbClr val="FFFFFF"/>
          </a:solidFill>
          <a:ln w="6350">
            <a:solidFill>
              <a:srgbClr val="AAAAAA"/>
            </a:solidFill>
            <a:prstDash val="solid"/>
          </a:ln>
        </p:spPr>
      </p:sp>
      <p:sp>
        <p:nvSpPr>
          <p:cNvPr id="238" name="Shape 236"/>
          <p:cNvSpPr/>
          <p:nvPr/>
        </p:nvSpPr>
        <p:spPr>
          <a:xfrm>
            <a:off x="1207008" y="3502152"/>
            <a:ext cx="109728" cy="109728"/>
          </a:xfrm>
          <a:prstGeom prst="rect">
            <a:avLst/>
          </a:prstGeom>
          <a:solidFill>
            <a:srgbClr val="FFFFFF"/>
          </a:solidFill>
          <a:ln w="6350">
            <a:solidFill>
              <a:srgbClr val="AAAAAA"/>
            </a:solidFill>
            <a:prstDash val="solid"/>
          </a:ln>
        </p:spPr>
      </p:sp>
      <p:sp>
        <p:nvSpPr>
          <p:cNvPr id="239" name="Shape 237"/>
          <p:cNvSpPr/>
          <p:nvPr/>
        </p:nvSpPr>
        <p:spPr>
          <a:xfrm>
            <a:off x="1316736" y="3502152"/>
            <a:ext cx="109728" cy="109728"/>
          </a:xfrm>
          <a:prstGeom prst="rect">
            <a:avLst/>
          </a:prstGeom>
          <a:solidFill>
            <a:srgbClr val="FFFFFF"/>
          </a:solidFill>
          <a:ln w="6350">
            <a:solidFill>
              <a:srgbClr val="AAAAAA"/>
            </a:solidFill>
            <a:prstDash val="solid"/>
          </a:ln>
        </p:spPr>
      </p:sp>
      <p:sp>
        <p:nvSpPr>
          <p:cNvPr id="240" name="Shape 238"/>
          <p:cNvSpPr/>
          <p:nvPr/>
        </p:nvSpPr>
        <p:spPr>
          <a:xfrm>
            <a:off x="1426464" y="3502152"/>
            <a:ext cx="109728" cy="109728"/>
          </a:xfrm>
          <a:prstGeom prst="rect">
            <a:avLst/>
          </a:prstGeom>
          <a:solidFill>
            <a:srgbClr val="FFFFFF"/>
          </a:solidFill>
          <a:ln w="6350">
            <a:solidFill>
              <a:srgbClr val="AAAAAA"/>
            </a:solidFill>
            <a:prstDash val="solid"/>
          </a:ln>
        </p:spPr>
      </p:sp>
      <p:sp>
        <p:nvSpPr>
          <p:cNvPr id="241" name="Shape 239"/>
          <p:cNvSpPr/>
          <p:nvPr/>
        </p:nvSpPr>
        <p:spPr>
          <a:xfrm>
            <a:off x="1536192" y="3502152"/>
            <a:ext cx="109728" cy="109728"/>
          </a:xfrm>
          <a:prstGeom prst="rect">
            <a:avLst/>
          </a:prstGeom>
          <a:solidFill>
            <a:srgbClr val="FFFFFF"/>
          </a:solidFill>
          <a:ln w="6350">
            <a:solidFill>
              <a:srgbClr val="AAAAAA"/>
            </a:solidFill>
            <a:prstDash val="solid"/>
          </a:ln>
        </p:spPr>
      </p:sp>
      <p:sp>
        <p:nvSpPr>
          <p:cNvPr id="242" name="Shape 240"/>
          <p:cNvSpPr/>
          <p:nvPr/>
        </p:nvSpPr>
        <p:spPr>
          <a:xfrm>
            <a:off x="548640" y="3611880"/>
            <a:ext cx="1097280" cy="0"/>
          </a:xfrm>
          <a:prstGeom prst="line">
            <a:avLst/>
          </a:prstGeom>
          <a:noFill/>
          <a:ln w="12700">
            <a:solidFill>
              <a:srgbClr val="CCCCCC"/>
            </a:solidFill>
            <a:prstDash val="solid"/>
          </a:ln>
        </p:spPr>
      </p:sp>
      <p:sp>
        <p:nvSpPr>
          <p:cNvPr id="243" name="Shape 241"/>
          <p:cNvSpPr/>
          <p:nvPr/>
        </p:nvSpPr>
        <p:spPr>
          <a:xfrm>
            <a:off x="548640" y="2514600"/>
            <a:ext cx="1097280" cy="1097280"/>
          </a:xfrm>
          <a:prstGeom prst="rect">
            <a:avLst/>
          </a:prstGeom>
          <a:solidFill>
            <a:srgbClr val="FFFFFF">
              <a:alpha val="0"/>
            </a:srgbClr>
          </a:solidFill>
          <a:ln w="28575">
            <a:solidFill>
              <a:srgbClr val="1B2A4A"/>
            </a:solidFill>
            <a:prstDash val="solid"/>
          </a:ln>
        </p:spPr>
      </p:sp>
      <p:sp>
        <p:nvSpPr>
          <p:cNvPr id="244" name="Text 242"/>
          <p:cNvSpPr/>
          <p:nvPr/>
        </p:nvSpPr>
        <p:spPr>
          <a:xfrm>
            <a:off x="548640" y="3685032"/>
            <a:ext cx="1097280" cy="292608"/>
          </a:xfrm>
          <a:prstGeom prst="rect">
            <a:avLst/>
          </a:prstGeom>
          <a:noFill/>
          <a:ln/>
        </p:spPr>
        <p:txBody>
          <a:bodyPr wrap="square" lIns="0" tIns="0" rIns="0" bIns="0" rtlCol="0" anchor="ctr"/>
          <a:lstStyle/>
          <a:p>
            <a:pPr algn="ctr" indent="0" marL="0">
              <a:buNone/>
            </a:pPr>
            <a:r>
              <a:rPr lang="en-US" sz="1100" i="1" dirty="0">
                <a:solidFill>
                  <a:srgbClr val="5A5A7A"/>
                </a:solidFill>
              </a:rPr>
              <a:t>0.482</a:t>
            </a:r>
            <a:endParaRPr lang="en-US" sz="1100" dirty="0"/>
          </a:p>
        </p:txBody>
      </p:sp>
      <p:sp>
        <p:nvSpPr>
          <p:cNvPr id="245" name="Shape 243"/>
          <p:cNvSpPr/>
          <p:nvPr/>
        </p:nvSpPr>
        <p:spPr>
          <a:xfrm>
            <a:off x="1426464" y="2514600"/>
            <a:ext cx="109728" cy="109728"/>
          </a:xfrm>
          <a:prstGeom prst="rect">
            <a:avLst/>
          </a:prstGeom>
          <a:solidFill>
            <a:srgbClr val="FFFFFF">
              <a:alpha val="0"/>
            </a:srgbClr>
          </a:solidFill>
          <a:ln w="31750">
            <a:solidFill>
              <a:srgbClr val="D9941A"/>
            </a:solidFill>
            <a:prstDash val="solid"/>
          </a:ln>
        </p:spPr>
      </p:sp>
      <p:sp>
        <p:nvSpPr>
          <p:cNvPr id="246" name="Shape 244"/>
          <p:cNvSpPr/>
          <p:nvPr/>
        </p:nvSpPr>
        <p:spPr>
          <a:xfrm>
            <a:off x="1536192" y="2514600"/>
            <a:ext cx="2487168" cy="251460"/>
          </a:xfrm>
          <a:prstGeom prst="line">
            <a:avLst/>
          </a:prstGeom>
          <a:noFill/>
          <a:ln w="19050">
            <a:solidFill>
              <a:srgbClr val="D9941A"/>
            </a:solidFill>
            <a:prstDash val="dash"/>
          </a:ln>
        </p:spPr>
      </p:sp>
      <p:sp>
        <p:nvSpPr>
          <p:cNvPr id="247" name="Shape 245"/>
          <p:cNvSpPr/>
          <p:nvPr/>
        </p:nvSpPr>
        <p:spPr>
          <a:xfrm>
            <a:off x="1536192" y="2624328"/>
            <a:ext cx="2487168" cy="736092"/>
          </a:xfrm>
          <a:prstGeom prst="line">
            <a:avLst/>
          </a:prstGeom>
          <a:noFill/>
          <a:ln w="19050">
            <a:solidFill>
              <a:srgbClr val="D9941A"/>
            </a:solidFill>
            <a:prstDash val="dash"/>
          </a:ln>
        </p:spPr>
      </p:sp>
      <p:sp>
        <p:nvSpPr>
          <p:cNvPr id="248" name="Shape 246"/>
          <p:cNvSpPr/>
          <p:nvPr/>
        </p:nvSpPr>
        <p:spPr>
          <a:xfrm>
            <a:off x="4023360" y="2766060"/>
            <a:ext cx="420624" cy="594360"/>
          </a:xfrm>
          <a:prstGeom prst="rect">
            <a:avLst/>
          </a:prstGeom>
          <a:solidFill>
            <a:srgbClr val="2E6E44"/>
          </a:solidFill>
          <a:ln w="9525">
            <a:solidFill>
              <a:srgbClr val="AAAAAA"/>
            </a:solidFill>
            <a:prstDash val="solid"/>
          </a:ln>
        </p:spPr>
      </p:sp>
      <p:sp>
        <p:nvSpPr>
          <p:cNvPr id="249" name="Shape 247"/>
          <p:cNvSpPr/>
          <p:nvPr/>
        </p:nvSpPr>
        <p:spPr>
          <a:xfrm>
            <a:off x="4443984" y="2766060"/>
            <a:ext cx="420624" cy="594360"/>
          </a:xfrm>
          <a:prstGeom prst="rect">
            <a:avLst/>
          </a:prstGeom>
          <a:solidFill>
            <a:srgbClr val="2E6E44"/>
          </a:solidFill>
          <a:ln w="9525">
            <a:solidFill>
              <a:srgbClr val="AAAAAA"/>
            </a:solidFill>
            <a:prstDash val="solid"/>
          </a:ln>
        </p:spPr>
      </p:sp>
      <p:sp>
        <p:nvSpPr>
          <p:cNvPr id="250" name="Shape 248"/>
          <p:cNvSpPr/>
          <p:nvPr/>
        </p:nvSpPr>
        <p:spPr>
          <a:xfrm>
            <a:off x="4864608" y="2766060"/>
            <a:ext cx="420624" cy="594360"/>
          </a:xfrm>
          <a:prstGeom prst="rect">
            <a:avLst/>
          </a:prstGeom>
          <a:solidFill>
            <a:srgbClr val="FFFFFF"/>
          </a:solidFill>
          <a:ln w="9525">
            <a:solidFill>
              <a:srgbClr val="AAAAAA"/>
            </a:solidFill>
            <a:prstDash val="solid"/>
          </a:ln>
        </p:spPr>
      </p:sp>
      <p:sp>
        <p:nvSpPr>
          <p:cNvPr id="251" name="Shape 249"/>
          <p:cNvSpPr/>
          <p:nvPr/>
        </p:nvSpPr>
        <p:spPr>
          <a:xfrm>
            <a:off x="5285232" y="2766060"/>
            <a:ext cx="420624" cy="594360"/>
          </a:xfrm>
          <a:prstGeom prst="rect">
            <a:avLst/>
          </a:prstGeom>
          <a:solidFill>
            <a:srgbClr val="FFFFFF"/>
          </a:solidFill>
          <a:ln w="9525">
            <a:solidFill>
              <a:srgbClr val="AAAAAA"/>
            </a:solidFill>
            <a:prstDash val="solid"/>
          </a:ln>
        </p:spPr>
      </p:sp>
      <p:sp>
        <p:nvSpPr>
          <p:cNvPr id="252" name="Shape 250"/>
          <p:cNvSpPr/>
          <p:nvPr/>
        </p:nvSpPr>
        <p:spPr>
          <a:xfrm>
            <a:off x="5705856" y="2766060"/>
            <a:ext cx="420624" cy="594360"/>
          </a:xfrm>
          <a:prstGeom prst="rect">
            <a:avLst/>
          </a:prstGeom>
          <a:solidFill>
            <a:srgbClr val="FFFFFF"/>
          </a:solidFill>
          <a:ln w="9525">
            <a:solidFill>
              <a:srgbClr val="AAAAAA"/>
            </a:solidFill>
            <a:prstDash val="solid"/>
          </a:ln>
        </p:spPr>
      </p:sp>
      <p:sp>
        <p:nvSpPr>
          <p:cNvPr id="253" name="Shape 251"/>
          <p:cNvSpPr/>
          <p:nvPr/>
        </p:nvSpPr>
        <p:spPr>
          <a:xfrm>
            <a:off x="6126480" y="2766060"/>
            <a:ext cx="420624" cy="594360"/>
          </a:xfrm>
          <a:prstGeom prst="rect">
            <a:avLst/>
          </a:prstGeom>
          <a:solidFill>
            <a:srgbClr val="FFFFFF"/>
          </a:solidFill>
          <a:ln w="9525">
            <a:solidFill>
              <a:srgbClr val="AAAAAA"/>
            </a:solidFill>
            <a:prstDash val="solid"/>
          </a:ln>
        </p:spPr>
      </p:sp>
      <p:sp>
        <p:nvSpPr>
          <p:cNvPr id="254" name="Shape 252"/>
          <p:cNvSpPr/>
          <p:nvPr/>
        </p:nvSpPr>
        <p:spPr>
          <a:xfrm>
            <a:off x="6547104" y="2766060"/>
            <a:ext cx="420624" cy="594360"/>
          </a:xfrm>
          <a:prstGeom prst="rect">
            <a:avLst/>
          </a:prstGeom>
          <a:solidFill>
            <a:srgbClr val="FFFFFF"/>
          </a:solidFill>
          <a:ln w="9525">
            <a:solidFill>
              <a:srgbClr val="AAAAAA"/>
            </a:solidFill>
            <a:prstDash val="solid"/>
          </a:ln>
        </p:spPr>
      </p:sp>
      <p:sp>
        <p:nvSpPr>
          <p:cNvPr id="255" name="Shape 253"/>
          <p:cNvSpPr/>
          <p:nvPr/>
        </p:nvSpPr>
        <p:spPr>
          <a:xfrm>
            <a:off x="6967728" y="2766060"/>
            <a:ext cx="420624" cy="594360"/>
          </a:xfrm>
          <a:prstGeom prst="rect">
            <a:avLst/>
          </a:prstGeom>
          <a:solidFill>
            <a:srgbClr val="FFFFFF"/>
          </a:solidFill>
          <a:ln w="9525">
            <a:solidFill>
              <a:srgbClr val="AAAAAA"/>
            </a:solidFill>
            <a:prstDash val="solid"/>
          </a:ln>
        </p:spPr>
      </p:sp>
      <p:sp>
        <p:nvSpPr>
          <p:cNvPr id="256" name="Shape 254"/>
          <p:cNvSpPr/>
          <p:nvPr/>
        </p:nvSpPr>
        <p:spPr>
          <a:xfrm>
            <a:off x="7388352" y="2766060"/>
            <a:ext cx="420624" cy="594360"/>
          </a:xfrm>
          <a:prstGeom prst="rect">
            <a:avLst/>
          </a:prstGeom>
          <a:solidFill>
            <a:srgbClr val="FFFFFF"/>
          </a:solidFill>
          <a:ln w="9525">
            <a:solidFill>
              <a:srgbClr val="AAAAAA"/>
            </a:solidFill>
            <a:prstDash val="solid"/>
          </a:ln>
        </p:spPr>
      </p:sp>
      <p:sp>
        <p:nvSpPr>
          <p:cNvPr id="257" name="Shape 255"/>
          <p:cNvSpPr/>
          <p:nvPr/>
        </p:nvSpPr>
        <p:spPr>
          <a:xfrm>
            <a:off x="7808976" y="2766060"/>
            <a:ext cx="420624" cy="594360"/>
          </a:xfrm>
          <a:prstGeom prst="rect">
            <a:avLst/>
          </a:prstGeom>
          <a:solidFill>
            <a:srgbClr val="FFFFFF"/>
          </a:solidFill>
          <a:ln w="9525">
            <a:solidFill>
              <a:srgbClr val="AAAAAA"/>
            </a:solidFill>
            <a:prstDash val="solid"/>
          </a:ln>
        </p:spPr>
      </p:sp>
      <p:sp>
        <p:nvSpPr>
          <p:cNvPr id="258" name="Shape 256"/>
          <p:cNvSpPr/>
          <p:nvPr/>
        </p:nvSpPr>
        <p:spPr>
          <a:xfrm>
            <a:off x="4023360" y="2766060"/>
            <a:ext cx="4206240" cy="594360"/>
          </a:xfrm>
          <a:prstGeom prst="rect">
            <a:avLst/>
          </a:prstGeom>
          <a:solidFill>
            <a:srgbClr val="FFFFFF">
              <a:alpha val="0"/>
            </a:srgbClr>
          </a:solidFill>
          <a:ln w="28575">
            <a:solidFill>
              <a:srgbClr val="1B2A4A"/>
            </a:solidFill>
            <a:prstDash val="solid"/>
          </a:ln>
        </p:spPr>
      </p:sp>
      <p:sp>
        <p:nvSpPr>
          <p:cNvPr id="259" name="Text 257"/>
          <p:cNvSpPr/>
          <p:nvPr/>
        </p:nvSpPr>
        <p:spPr>
          <a:xfrm>
            <a:off x="4023360" y="3433572"/>
            <a:ext cx="4206240" cy="502920"/>
          </a:xfrm>
          <a:prstGeom prst="rect">
            <a:avLst/>
          </a:prstGeom>
          <a:noFill/>
          <a:ln/>
        </p:spPr>
        <p:txBody>
          <a:bodyPr wrap="square" lIns="0" tIns="0" rIns="0" bIns="0" rtlCol="0" anchor="ctr"/>
          <a:lstStyle/>
          <a:p>
            <a:pPr algn="ctr" indent="0" marL="0">
              <a:buNone/>
            </a:pPr>
            <a:r>
              <a:rPr lang="en-US" sz="1100" i="1" dirty="0">
                <a:solidFill>
                  <a:srgbClr val="5A5A7A"/>
                </a:solidFill>
              </a:rPr>
              <a:t>2 thousandths from 0.482</a:t>
            </a:r>
            <a:endParaRPr lang="en-US" sz="1100" dirty="0"/>
          </a:p>
        </p:txBody>
      </p:sp>
      <p:sp>
        <p:nvSpPr>
          <p:cNvPr id="260" name="Shape 258"/>
          <p:cNvSpPr/>
          <p:nvPr/>
        </p:nvSpPr>
        <p:spPr>
          <a:xfrm>
            <a:off x="457200" y="4297680"/>
            <a:ext cx="8229600" cy="502920"/>
          </a:xfrm>
          <a:prstGeom prst="roundRect">
            <a:avLst>
              <a:gd name="adj" fmla="val 14545"/>
            </a:avLst>
          </a:prstGeom>
          <a:solidFill>
            <a:srgbClr val="1B2A4A"/>
          </a:solidFill>
          <a:ln w="12700">
            <a:solidFill>
              <a:srgbClr val="1B2A4A"/>
            </a:solidFill>
            <a:prstDash val="solid"/>
          </a:ln>
        </p:spPr>
      </p:sp>
      <p:sp>
        <p:nvSpPr>
          <p:cNvPr id="261" name="Text 259"/>
          <p:cNvSpPr/>
          <p:nvPr/>
        </p:nvSpPr>
        <p:spPr>
          <a:xfrm>
            <a:off x="457200" y="4297680"/>
            <a:ext cx="8229600" cy="502920"/>
          </a:xfrm>
          <a:prstGeom prst="rect">
            <a:avLst/>
          </a:prstGeom>
          <a:noFill/>
          <a:ln/>
        </p:spPr>
        <p:txBody>
          <a:bodyPr wrap="square" lIns="0" tIns="0" rIns="0" bIns="0" rtlCol="0" anchor="ctr"/>
          <a:lstStyle/>
          <a:p>
            <a:pPr algn="ctr" indent="0" marL="0">
              <a:buNone/>
            </a:pPr>
            <a:r>
              <a:rPr lang="en-US" sz="1300" b="1" dirty="0">
                <a:solidFill>
                  <a:srgbClr val="FFFFFF"/>
                </a:solidFill>
              </a:rPr>
              <a:t>6 thousandths + 2 thousandths = 8 thousandths — no trade needed at this place.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The Rule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371600"/>
          </a:xfrm>
          <a:prstGeom prst="roundRect">
            <a:avLst>
              <a:gd name="adj" fmla="val 6667"/>
            </a:avLst>
          </a:prstGeom>
          <a:solidFill>
            <a:srgbClr val="EAE8F5"/>
          </a:solidFill>
          <a:ln w="6350">
            <a:solidFill>
              <a:srgbClr val="DDDDEE"/>
            </a:solidFill>
            <a:prstDash val="solid"/>
          </a:ln>
        </p:spPr>
      </p:sp>
      <p:sp>
        <p:nvSpPr>
          <p:cNvPr id="7" name="Text 5"/>
          <p:cNvSpPr/>
          <p:nvPr/>
        </p:nvSpPr>
        <p:spPr>
          <a:xfrm>
            <a:off x="685800" y="1097280"/>
            <a:ext cx="7772400" cy="118872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Line up the decimal points so every place value lines up in its own column. Add each place from right to left. When a place adds to 10 or more, trade 10 of that place for 1 of the next larger place.</a:t>
            </a:r>
            <a:endParaRPr lang="en-US" sz="1500" dirty="0"/>
          </a:p>
        </p:txBody>
      </p:sp>
      <p:sp>
        <p:nvSpPr>
          <p:cNvPr id="8" name="Shape 6"/>
          <p:cNvSpPr/>
          <p:nvPr/>
        </p:nvSpPr>
        <p:spPr>
          <a:xfrm>
            <a:off x="2514600" y="2606040"/>
            <a:ext cx="4114800" cy="1828800"/>
          </a:xfrm>
          <a:prstGeom prst="roundRect">
            <a:avLst>
              <a:gd name="adj" fmla="val 5000"/>
            </a:avLst>
          </a:prstGeom>
          <a:solidFill>
            <a:srgbClr val="FFFFFF"/>
          </a:solidFill>
          <a:ln w="6350">
            <a:solidFill>
              <a:srgbClr val="DDDDEE"/>
            </a:solidFill>
            <a:prstDash val="solid"/>
          </a:ln>
        </p:spPr>
      </p:sp>
      <p:sp>
        <p:nvSpPr>
          <p:cNvPr id="9" name="Text 7"/>
          <p:cNvSpPr/>
          <p:nvPr/>
        </p:nvSpPr>
        <p:spPr>
          <a:xfrm>
            <a:off x="2697480" y="2697480"/>
            <a:ext cx="3749040" cy="164592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  1.236</a:t>
            </a:r>
            <a:endParaRPr lang="en-US" sz="2400" dirty="0"/>
          </a:p>
          <a:p>
            <a:pPr indent="0" marL="0">
              <a:buNone/>
            </a:pPr>
            <a:r>
              <a:rPr lang="en-US" sz="2400" b="1" dirty="0">
                <a:solidFill>
                  <a:srgbClr val="1B2A4A"/>
                </a:solidFill>
                <a:latin typeface="Cambria" pitchFamily="34" charset="0"/>
                <a:ea typeface="Cambria" pitchFamily="34" charset="-122"/>
                <a:cs typeface="Cambria" pitchFamily="34" charset="-120"/>
              </a:rPr>
              <a:t>+ 0.482</a:t>
            </a:r>
            <a:endParaRPr lang="en-US" sz="2400" dirty="0"/>
          </a:p>
          <a:p>
            <a:pPr indent="0" marL="0">
              <a:buNone/>
            </a:pPr>
            <a:r>
              <a:rPr lang="en-US" sz="2400" b="1" dirty="0">
                <a:solidFill>
                  <a:srgbClr val="1B2A4A"/>
                </a:solidFill>
                <a:latin typeface="Cambria" pitchFamily="34" charset="0"/>
                <a:ea typeface="Cambria" pitchFamily="34" charset="-122"/>
                <a:cs typeface="Cambria" pitchFamily="34" charset="-120"/>
              </a:rPr>
              <a:t>———</a:t>
            </a:r>
            <a:endParaRPr lang="en-US" sz="2400" dirty="0"/>
          </a:p>
          <a:p>
            <a:pPr indent="0" marL="0">
              <a:buNone/>
            </a:pPr>
            <a:r>
              <a:rPr lang="en-US" sz="2400" b="1" dirty="0">
                <a:solidFill>
                  <a:srgbClr val="1B2A4A"/>
                </a:solidFill>
                <a:latin typeface="Cambria" pitchFamily="34" charset="0"/>
                <a:ea typeface="Cambria" pitchFamily="34" charset="-122"/>
                <a:cs typeface="Cambria" pitchFamily="34" charset="-120"/>
              </a:rPr>
              <a:t>  1.718</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60120"/>
            <a:ext cx="4069080" cy="1645920"/>
          </a:xfrm>
          <a:prstGeom prst="roundRect">
            <a:avLst>
              <a:gd name="adj" fmla="val 5556"/>
            </a:avLst>
          </a:prstGeom>
          <a:solidFill>
            <a:srgbClr val="EAE8F5"/>
          </a:solidFill>
          <a:ln w="6350">
            <a:solidFill>
              <a:srgbClr val="DDDDEE"/>
            </a:solidFill>
            <a:prstDash val="solid"/>
          </a:ln>
        </p:spPr>
      </p:sp>
      <p:sp>
        <p:nvSpPr>
          <p:cNvPr id="7" name="Text 5"/>
          <p:cNvSpPr/>
          <p:nvPr/>
        </p:nvSpPr>
        <p:spPr>
          <a:xfrm>
            <a:off x="502920" y="1033272"/>
            <a:ext cx="379476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sum</a:t>
            </a:r>
            <a:endParaRPr lang="en-US" sz="1600" dirty="0"/>
          </a:p>
        </p:txBody>
      </p:sp>
      <p:sp>
        <p:nvSpPr>
          <p:cNvPr id="8" name="Text 6"/>
          <p:cNvSpPr/>
          <p:nvPr/>
        </p:nvSpPr>
        <p:spPr>
          <a:xfrm>
            <a:off x="502920" y="1417320"/>
            <a:ext cx="3794760" cy="502920"/>
          </a:xfrm>
          <a:prstGeom prst="rect">
            <a:avLst/>
          </a:prstGeom>
          <a:noFill/>
          <a:ln/>
        </p:spPr>
        <p:txBody>
          <a:bodyPr wrap="square" lIns="0" tIns="0" rIns="0" bIns="0" rtlCol="0" anchor="ctr"/>
          <a:lstStyle/>
          <a:p>
            <a:pPr indent="0" marL="0">
              <a:buNone/>
            </a:pPr>
            <a:r>
              <a:rPr lang="en-US" sz="1200" dirty="0">
                <a:solidFill>
                  <a:srgbClr val="1A1A2E"/>
                </a:solidFill>
              </a:rPr>
              <a:t>the result when numbers are added</a:t>
            </a:r>
            <a:endParaRPr lang="en-US" sz="1200" dirty="0"/>
          </a:p>
        </p:txBody>
      </p:sp>
      <p:sp>
        <p:nvSpPr>
          <p:cNvPr id="9" name="Text 7"/>
          <p:cNvSpPr/>
          <p:nvPr/>
        </p:nvSpPr>
        <p:spPr>
          <a:xfrm>
            <a:off x="502920" y="1965960"/>
            <a:ext cx="3794760" cy="548640"/>
          </a:xfrm>
          <a:prstGeom prst="rect">
            <a:avLst/>
          </a:prstGeom>
          <a:noFill/>
          <a:ln/>
        </p:spPr>
        <p:txBody>
          <a:bodyPr wrap="square" lIns="0" tIns="0" rIns="0" bIns="0" rtlCol="0" anchor="ctr"/>
          <a:lstStyle/>
          <a:p>
            <a:pPr indent="0" marL="0">
              <a:buNone/>
            </a:pPr>
            <a:r>
              <a:rPr lang="en-US" sz="1100" i="1" dirty="0">
                <a:solidFill>
                  <a:srgbClr val="5A5A7A"/>
                </a:solidFill>
              </a:rPr>
              <a:t>1.236 + 0.482 = 1.718 — 1.718 is the sum.</a:t>
            </a:r>
            <a:endParaRPr lang="en-US" sz="1100" dirty="0"/>
          </a:p>
        </p:txBody>
      </p:sp>
      <p:sp>
        <p:nvSpPr>
          <p:cNvPr id="10" name="Shape 8"/>
          <p:cNvSpPr/>
          <p:nvPr/>
        </p:nvSpPr>
        <p:spPr>
          <a:xfrm>
            <a:off x="4709160" y="960120"/>
            <a:ext cx="4069080" cy="1645920"/>
          </a:xfrm>
          <a:prstGeom prst="roundRect">
            <a:avLst>
              <a:gd name="adj" fmla="val 5556"/>
            </a:avLst>
          </a:prstGeom>
          <a:solidFill>
            <a:srgbClr val="E6F2EA"/>
          </a:solidFill>
          <a:ln w="6350">
            <a:solidFill>
              <a:srgbClr val="DDDDEE"/>
            </a:solidFill>
            <a:prstDash val="solid"/>
          </a:ln>
        </p:spPr>
      </p:sp>
      <p:sp>
        <p:nvSpPr>
          <p:cNvPr id="11" name="Text 9"/>
          <p:cNvSpPr/>
          <p:nvPr/>
        </p:nvSpPr>
        <p:spPr>
          <a:xfrm>
            <a:off x="4846320" y="1033272"/>
            <a:ext cx="379476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place value</a:t>
            </a:r>
            <a:endParaRPr lang="en-US" sz="1600" dirty="0"/>
          </a:p>
        </p:txBody>
      </p:sp>
      <p:sp>
        <p:nvSpPr>
          <p:cNvPr id="12" name="Text 10"/>
          <p:cNvSpPr/>
          <p:nvPr/>
        </p:nvSpPr>
        <p:spPr>
          <a:xfrm>
            <a:off x="4846320" y="1417320"/>
            <a:ext cx="3794760" cy="502920"/>
          </a:xfrm>
          <a:prstGeom prst="rect">
            <a:avLst/>
          </a:prstGeom>
          <a:noFill/>
          <a:ln/>
        </p:spPr>
        <p:txBody>
          <a:bodyPr wrap="square" lIns="0" tIns="0" rIns="0" bIns="0" rtlCol="0" anchor="ctr"/>
          <a:lstStyle/>
          <a:p>
            <a:pPr indent="0" marL="0">
              <a:buNone/>
            </a:pPr>
            <a:r>
              <a:rPr lang="en-US" sz="1200" dirty="0">
                <a:solidFill>
                  <a:srgbClr val="1A1A2E"/>
                </a:solidFill>
              </a:rPr>
              <a:t>the value a digit has because of its position</a:t>
            </a:r>
            <a:endParaRPr lang="en-US" sz="1200" dirty="0"/>
          </a:p>
        </p:txBody>
      </p:sp>
      <p:sp>
        <p:nvSpPr>
          <p:cNvPr id="13" name="Text 11"/>
          <p:cNvSpPr/>
          <p:nvPr/>
        </p:nvSpPr>
        <p:spPr>
          <a:xfrm>
            <a:off x="4846320" y="1965960"/>
            <a:ext cx="3794760" cy="548640"/>
          </a:xfrm>
          <a:prstGeom prst="rect">
            <a:avLst/>
          </a:prstGeom>
          <a:noFill/>
          <a:ln/>
        </p:spPr>
        <p:txBody>
          <a:bodyPr wrap="square" lIns="0" tIns="0" rIns="0" bIns="0" rtlCol="0" anchor="ctr"/>
          <a:lstStyle/>
          <a:p>
            <a:pPr indent="0" marL="0">
              <a:buNone/>
            </a:pPr>
            <a:r>
              <a:rPr lang="en-US" sz="1100" i="1" dirty="0">
                <a:solidFill>
                  <a:srgbClr val="5A5A7A"/>
                </a:solidFill>
              </a:rPr>
              <a:t>in 1.718, the 1 after the point is worth 1 tenth.</a:t>
            </a:r>
            <a:endParaRPr lang="en-US" sz="1100" dirty="0"/>
          </a:p>
        </p:txBody>
      </p:sp>
      <p:sp>
        <p:nvSpPr>
          <p:cNvPr id="14" name="Shape 12"/>
          <p:cNvSpPr/>
          <p:nvPr/>
        </p:nvSpPr>
        <p:spPr>
          <a:xfrm>
            <a:off x="365760" y="2743200"/>
            <a:ext cx="4069080" cy="1645920"/>
          </a:xfrm>
          <a:prstGeom prst="roundRect">
            <a:avLst>
              <a:gd name="adj" fmla="val 5556"/>
            </a:avLst>
          </a:prstGeom>
          <a:solidFill>
            <a:srgbClr val="EAE8F5"/>
          </a:solidFill>
          <a:ln w="6350">
            <a:solidFill>
              <a:srgbClr val="DDDDEE"/>
            </a:solidFill>
            <a:prstDash val="solid"/>
          </a:ln>
        </p:spPr>
      </p:sp>
      <p:sp>
        <p:nvSpPr>
          <p:cNvPr id="15" name="Text 13"/>
          <p:cNvSpPr/>
          <p:nvPr/>
        </p:nvSpPr>
        <p:spPr>
          <a:xfrm>
            <a:off x="502920" y="2816352"/>
            <a:ext cx="379476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regroup</a:t>
            </a:r>
            <a:endParaRPr lang="en-US" sz="1600" dirty="0"/>
          </a:p>
        </p:txBody>
      </p:sp>
      <p:sp>
        <p:nvSpPr>
          <p:cNvPr id="16" name="Text 14"/>
          <p:cNvSpPr/>
          <p:nvPr/>
        </p:nvSpPr>
        <p:spPr>
          <a:xfrm>
            <a:off x="502920" y="3200400"/>
            <a:ext cx="3794760" cy="502920"/>
          </a:xfrm>
          <a:prstGeom prst="rect">
            <a:avLst/>
          </a:prstGeom>
          <a:noFill/>
          <a:ln/>
        </p:spPr>
        <p:txBody>
          <a:bodyPr wrap="square" lIns="0" tIns="0" rIns="0" bIns="0" rtlCol="0" anchor="ctr"/>
          <a:lstStyle/>
          <a:p>
            <a:pPr indent="0" marL="0">
              <a:buNone/>
            </a:pPr>
            <a:r>
              <a:rPr lang="en-US" sz="1200" dirty="0">
                <a:solidFill>
                  <a:srgbClr val="1A1A2E"/>
                </a:solidFill>
              </a:rPr>
              <a:t>trade 10 smaller pieces for 1 larger piece</a:t>
            </a:r>
            <a:endParaRPr lang="en-US" sz="1200" dirty="0"/>
          </a:p>
        </p:txBody>
      </p:sp>
      <p:sp>
        <p:nvSpPr>
          <p:cNvPr id="17" name="Text 15"/>
          <p:cNvSpPr/>
          <p:nvPr/>
        </p:nvSpPr>
        <p:spPr>
          <a:xfrm>
            <a:off x="502920" y="3749040"/>
            <a:ext cx="3794760" cy="548640"/>
          </a:xfrm>
          <a:prstGeom prst="rect">
            <a:avLst/>
          </a:prstGeom>
          <a:noFill/>
          <a:ln/>
        </p:spPr>
        <p:txBody>
          <a:bodyPr wrap="square" lIns="0" tIns="0" rIns="0" bIns="0" rtlCol="0" anchor="ctr"/>
          <a:lstStyle/>
          <a:p>
            <a:pPr indent="0" marL="0">
              <a:buNone/>
            </a:pPr>
            <a:r>
              <a:rPr lang="en-US" sz="1100" i="1" dirty="0">
                <a:solidFill>
                  <a:srgbClr val="5A5A7A"/>
                </a:solidFill>
              </a:rPr>
              <a:t>68 + 47 hundredths regroups into 1 whole + 15 hundredths.</a:t>
            </a:r>
            <a:endParaRPr lang="en-US" sz="1100" dirty="0"/>
          </a:p>
        </p:txBody>
      </p:sp>
      <p:sp>
        <p:nvSpPr>
          <p:cNvPr id="18" name="Shape 16"/>
          <p:cNvSpPr/>
          <p:nvPr/>
        </p:nvSpPr>
        <p:spPr>
          <a:xfrm>
            <a:off x="4709160" y="2743200"/>
            <a:ext cx="4069080" cy="1645920"/>
          </a:xfrm>
          <a:prstGeom prst="roundRect">
            <a:avLst>
              <a:gd name="adj" fmla="val 5556"/>
            </a:avLst>
          </a:prstGeom>
          <a:solidFill>
            <a:srgbClr val="E6F2EA"/>
          </a:solidFill>
          <a:ln w="6350">
            <a:solidFill>
              <a:srgbClr val="DDDDEE"/>
            </a:solidFill>
            <a:prstDash val="solid"/>
          </a:ln>
        </p:spPr>
      </p:sp>
      <p:sp>
        <p:nvSpPr>
          <p:cNvPr id="19" name="Text 17"/>
          <p:cNvSpPr/>
          <p:nvPr/>
        </p:nvSpPr>
        <p:spPr>
          <a:xfrm>
            <a:off x="4846320" y="2816352"/>
            <a:ext cx="379476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thousandth</a:t>
            </a:r>
            <a:endParaRPr lang="en-US" sz="1600" dirty="0"/>
          </a:p>
        </p:txBody>
      </p:sp>
      <p:sp>
        <p:nvSpPr>
          <p:cNvPr id="20" name="Text 18"/>
          <p:cNvSpPr/>
          <p:nvPr/>
        </p:nvSpPr>
        <p:spPr>
          <a:xfrm>
            <a:off x="4846320" y="3200400"/>
            <a:ext cx="3794760" cy="502920"/>
          </a:xfrm>
          <a:prstGeom prst="rect">
            <a:avLst/>
          </a:prstGeom>
          <a:noFill/>
          <a:ln/>
        </p:spPr>
        <p:txBody>
          <a:bodyPr wrap="square" lIns="0" tIns="0" rIns="0" bIns="0" rtlCol="0" anchor="ctr"/>
          <a:lstStyle/>
          <a:p>
            <a:pPr indent="0" marL="0">
              <a:buNone/>
            </a:pPr>
            <a:r>
              <a:rPr lang="en-US" sz="1200" dirty="0">
                <a:solidFill>
                  <a:srgbClr val="1A1A2E"/>
                </a:solidFill>
              </a:rPr>
              <a:t>one out of 1,000 equal parts</a:t>
            </a:r>
            <a:endParaRPr lang="en-US" sz="1200" dirty="0"/>
          </a:p>
        </p:txBody>
      </p:sp>
      <p:sp>
        <p:nvSpPr>
          <p:cNvPr id="21" name="Text 19"/>
          <p:cNvSpPr/>
          <p:nvPr/>
        </p:nvSpPr>
        <p:spPr>
          <a:xfrm>
            <a:off x="4846320" y="3749040"/>
            <a:ext cx="3794760" cy="548640"/>
          </a:xfrm>
          <a:prstGeom prst="rect">
            <a:avLst/>
          </a:prstGeom>
          <a:noFill/>
          <a:ln/>
        </p:spPr>
        <p:txBody>
          <a:bodyPr wrap="square" lIns="0" tIns="0" rIns="0" bIns="0" rtlCol="0" anchor="ctr"/>
          <a:lstStyle/>
          <a:p>
            <a:pPr indent="0" marL="0">
              <a:buNone/>
            </a:pPr>
            <a:r>
              <a:rPr lang="en-US" sz="1100" i="1" dirty="0">
                <a:solidFill>
                  <a:srgbClr val="5A5A7A"/>
                </a:solidFill>
              </a:rPr>
              <a:t>the 6 in 1.236 stands for 6 thousandths.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A</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Teacher-Led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914400"/>
          </a:xfrm>
          <a:prstGeom prst="roundRect">
            <a:avLst>
              <a:gd name="adj" fmla="val 10000"/>
            </a:avLst>
          </a:prstGeom>
          <a:solidFill>
            <a:srgbClr val="EAE8F5"/>
          </a:solidFill>
          <a:ln w="6350">
            <a:solidFill>
              <a:srgbClr val="DDDDEE"/>
            </a:solidFill>
            <a:prstDash val="solid"/>
          </a:ln>
        </p:spPr>
      </p:sp>
      <p:sp>
        <p:nvSpPr>
          <p:cNvPr id="9" name="Text 7"/>
          <p:cNvSpPr/>
          <p:nvPr/>
        </p:nvSpPr>
        <p:spPr>
          <a:xfrm>
            <a:off x="685800" y="1444752"/>
            <a:ext cx="7772400" cy="768096"/>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4.237 + 3.648 = ?</a:t>
            </a:r>
            <a:endParaRPr lang="en-US" sz="2200" dirty="0"/>
          </a:p>
        </p:txBody>
      </p:sp>
      <p:sp>
        <p:nvSpPr>
          <p:cNvPr id="10" name="Shape 8"/>
          <p:cNvSpPr/>
          <p:nvPr/>
        </p:nvSpPr>
        <p:spPr>
          <a:xfrm>
            <a:off x="2514600" y="2468880"/>
            <a:ext cx="4114800" cy="1828800"/>
          </a:xfrm>
          <a:prstGeom prst="roundRect">
            <a:avLst>
              <a:gd name="adj" fmla="val 5000"/>
            </a:avLst>
          </a:prstGeom>
          <a:solidFill>
            <a:srgbClr val="FFFFFF"/>
          </a:solidFill>
          <a:ln w="6350">
            <a:solidFill>
              <a:srgbClr val="DDDDEE"/>
            </a:solidFill>
            <a:prstDash val="solid"/>
          </a:ln>
        </p:spPr>
      </p:sp>
      <p:sp>
        <p:nvSpPr>
          <p:cNvPr id="11" name="Text 9"/>
          <p:cNvSpPr/>
          <p:nvPr/>
        </p:nvSpPr>
        <p:spPr>
          <a:xfrm>
            <a:off x="2697480" y="2560320"/>
            <a:ext cx="3749040" cy="1645920"/>
          </a:xfrm>
          <a:prstGeom prst="rect">
            <a:avLst/>
          </a:prstGeom>
          <a:noFill/>
          <a:ln/>
        </p:spPr>
        <p:txBody>
          <a:bodyPr wrap="square" lIns="0" tIns="0" rIns="0" bIns="0" rtlCol="0" anchor="ctr"/>
          <a:lstStyle/>
          <a:p>
            <a:pPr indent="0" marL="0">
              <a:buNone/>
            </a:pPr>
            <a:r>
              <a:rPr lang="en-US" sz="2200" b="1" dirty="0">
                <a:solidFill>
                  <a:srgbClr val="1A1A2E"/>
                </a:solidFill>
                <a:latin typeface="Cambria" pitchFamily="34" charset="0"/>
                <a:ea typeface="Cambria" pitchFamily="34" charset="-122"/>
                <a:cs typeface="Cambria" pitchFamily="34" charset="-120"/>
              </a:rPr>
              <a:t>  4.237</a:t>
            </a:r>
            <a:endParaRPr lang="en-US" sz="2200" dirty="0"/>
          </a:p>
          <a:p>
            <a:pPr indent="0" marL="0">
              <a:buNone/>
            </a:pPr>
            <a:r>
              <a:rPr lang="en-US" sz="2200" b="1" dirty="0">
                <a:solidFill>
                  <a:srgbClr val="1A1A2E"/>
                </a:solidFill>
                <a:latin typeface="Cambria" pitchFamily="34" charset="0"/>
                <a:ea typeface="Cambria" pitchFamily="34" charset="-122"/>
                <a:cs typeface="Cambria" pitchFamily="34" charset="-120"/>
              </a:rPr>
              <a:t>+ 3.648</a:t>
            </a:r>
            <a:endParaRPr lang="en-US" sz="2200" dirty="0"/>
          </a:p>
          <a:p>
            <a:pPr indent="0" marL="0">
              <a:buNone/>
            </a:pPr>
            <a:r>
              <a:rPr lang="en-US" sz="2200" b="1" dirty="0">
                <a:solidFill>
                  <a:srgbClr val="1A1A2E"/>
                </a:solidFill>
                <a:latin typeface="Cambria" pitchFamily="34" charset="0"/>
                <a:ea typeface="Cambria" pitchFamily="34" charset="-122"/>
                <a:cs typeface="Cambria" pitchFamily="34" charset="-120"/>
              </a:rPr>
              <a:t>———</a:t>
            </a:r>
            <a:endParaRPr lang="en-US" sz="2200" dirty="0"/>
          </a:p>
          <a:p>
            <a:pPr indent="0" marL="0">
              <a:buNone/>
            </a:pPr>
            <a:r>
              <a:rPr lang="en-US" sz="2200" b="1" dirty="0">
                <a:solidFill>
                  <a:srgbClr val="1A1A2E"/>
                </a:solidFill>
                <a:latin typeface="Cambria" pitchFamily="34" charset="0"/>
                <a:ea typeface="Cambria" pitchFamily="34" charset="-122"/>
                <a:cs typeface="Cambria" pitchFamily="34" charset="-120"/>
              </a:rPr>
              <a:t>  7.885</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B</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Two Problem Types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14400"/>
            <a:ext cx="4114800" cy="3246120"/>
          </a:xfrm>
          <a:prstGeom prst="roundRect">
            <a:avLst>
              <a:gd name="adj" fmla="val 2817"/>
            </a:avLst>
          </a:prstGeom>
          <a:solidFill>
            <a:srgbClr val="FFFFFF"/>
          </a:solidFill>
          <a:ln w="6350">
            <a:solidFill>
              <a:srgbClr val="DDDDEE"/>
            </a:solidFill>
            <a:prstDash val="solid"/>
          </a:ln>
        </p:spPr>
      </p:sp>
      <p:sp>
        <p:nvSpPr>
          <p:cNvPr id="7" name="Text 5"/>
          <p:cNvSpPr/>
          <p:nvPr/>
        </p:nvSpPr>
        <p:spPr>
          <a:xfrm>
            <a:off x="548640" y="987552"/>
            <a:ext cx="3749040" cy="365760"/>
          </a:xfrm>
          <a:prstGeom prst="rect">
            <a:avLst/>
          </a:prstGeom>
          <a:noFill/>
          <a:ln/>
        </p:spPr>
        <p:txBody>
          <a:bodyPr wrap="square" lIns="0" tIns="0" rIns="0" bIns="0" rtlCol="0" anchor="ctr"/>
          <a:lstStyle/>
          <a:p>
            <a:pPr indent="0" marL="0">
              <a:buNone/>
            </a:pPr>
            <a:r>
              <a:rPr lang="en-US" sz="1400" b="1" dirty="0">
                <a:solidFill>
                  <a:srgbClr val="4A3D8F"/>
                </a:solidFill>
              </a:rPr>
              <a:t>Unequal Decimal Places</a:t>
            </a:r>
            <a:endParaRPr lang="en-US" sz="1400" dirty="0"/>
          </a:p>
        </p:txBody>
      </p:sp>
      <p:sp>
        <p:nvSpPr>
          <p:cNvPr id="8" name="Text 6"/>
          <p:cNvSpPr/>
          <p:nvPr/>
        </p:nvSpPr>
        <p:spPr>
          <a:xfrm>
            <a:off x="548640" y="1371600"/>
            <a:ext cx="3749040" cy="2651760"/>
          </a:xfrm>
          <a:prstGeom prst="rect">
            <a:avLst/>
          </a:prstGeom>
          <a:noFill/>
          <a:ln/>
        </p:spPr>
        <p:txBody>
          <a:bodyPr wrap="square" lIns="0" tIns="0" rIns="0" bIns="0" rtlCol="0" anchor="ctr"/>
          <a:lstStyle/>
          <a:p>
            <a:pPr indent="0" marL="0">
              <a:buNone/>
            </a:pPr>
            <a:r>
              <a:rPr lang="en-US" sz="1600" b="1" dirty="0">
                <a:solidFill>
                  <a:srgbClr val="1A1A2E"/>
                </a:solidFill>
                <a:latin typeface="Cambria" pitchFamily="34" charset="0"/>
                <a:ea typeface="Cambria" pitchFamily="34" charset="-122"/>
                <a:cs typeface="Cambria" pitchFamily="34" charset="-120"/>
              </a:rPr>
              <a:t>12.09 + 7.915 = ?</a:t>
            </a:r>
            <a:endParaRPr lang="en-US" sz="1600" dirty="0"/>
          </a:p>
          <a:p>
            <a:pPr indent="0" marL="0">
              <a:buNone/>
            </a:pPr>
            <a:endParaRPr lang="en-US" sz="1600" dirty="0"/>
          </a:p>
          <a:p>
            <a:pPr indent="0" marL="0">
              <a:buNone/>
            </a:pPr>
            <a:r>
              <a:rPr lang="en-US" sz="1600" b="1" dirty="0">
                <a:solidFill>
                  <a:srgbClr val="1A1A2E"/>
                </a:solidFill>
                <a:latin typeface="Cambria" pitchFamily="34" charset="0"/>
                <a:ea typeface="Cambria" pitchFamily="34" charset="-122"/>
                <a:cs typeface="Cambria" pitchFamily="34" charset="-120"/>
              </a:rPr>
              <a:t>  12.090</a:t>
            </a:r>
            <a:endParaRPr lang="en-US" sz="1600" dirty="0"/>
          </a:p>
          <a:p>
            <a:pPr indent="0" marL="0">
              <a:buNone/>
            </a:pPr>
            <a:r>
              <a:rPr lang="en-US" sz="1600" b="1" dirty="0">
                <a:solidFill>
                  <a:srgbClr val="1A1A2E"/>
                </a:solidFill>
                <a:latin typeface="Cambria" pitchFamily="34" charset="0"/>
                <a:ea typeface="Cambria" pitchFamily="34" charset="-122"/>
                <a:cs typeface="Cambria" pitchFamily="34" charset="-120"/>
              </a:rPr>
              <a:t>+  7.915</a:t>
            </a:r>
            <a:endParaRPr lang="en-US" sz="1600" dirty="0"/>
          </a:p>
          <a:p>
            <a:pPr indent="0" marL="0">
              <a:buNone/>
            </a:pPr>
            <a:r>
              <a:rPr lang="en-US" sz="1600" b="1" dirty="0">
                <a:solidFill>
                  <a:srgbClr val="1A1A2E"/>
                </a:solidFill>
                <a:latin typeface="Cambria" pitchFamily="34" charset="0"/>
                <a:ea typeface="Cambria" pitchFamily="34" charset="-122"/>
                <a:cs typeface="Cambria" pitchFamily="34" charset="-120"/>
              </a:rPr>
              <a:t>———</a:t>
            </a:r>
            <a:endParaRPr lang="en-US" sz="1600" dirty="0"/>
          </a:p>
          <a:p>
            <a:pPr indent="0" marL="0">
              <a:buNone/>
            </a:pPr>
            <a:r>
              <a:rPr lang="en-US" sz="1600" b="1" dirty="0">
                <a:solidFill>
                  <a:srgbClr val="1A1A2E"/>
                </a:solidFill>
                <a:latin typeface="Cambria" pitchFamily="34" charset="0"/>
                <a:ea typeface="Cambria" pitchFamily="34" charset="-122"/>
                <a:cs typeface="Cambria" pitchFamily="34" charset="-120"/>
              </a:rPr>
              <a:t>  20.005</a:t>
            </a:r>
            <a:endParaRPr lang="en-US" sz="1600" dirty="0"/>
          </a:p>
        </p:txBody>
      </p:sp>
      <p:sp>
        <p:nvSpPr>
          <p:cNvPr id="9" name="Shape 7"/>
          <p:cNvSpPr/>
          <p:nvPr/>
        </p:nvSpPr>
        <p:spPr>
          <a:xfrm>
            <a:off x="4663440" y="914400"/>
            <a:ext cx="4114800" cy="3246120"/>
          </a:xfrm>
          <a:prstGeom prst="roundRect">
            <a:avLst>
              <a:gd name="adj" fmla="val 2817"/>
            </a:avLst>
          </a:prstGeom>
          <a:solidFill>
            <a:srgbClr val="E6F2EA"/>
          </a:solidFill>
          <a:ln w="6350">
            <a:solidFill>
              <a:srgbClr val="DDDDEE"/>
            </a:solidFill>
            <a:prstDash val="solid"/>
          </a:ln>
        </p:spPr>
      </p:sp>
      <p:sp>
        <p:nvSpPr>
          <p:cNvPr id="10" name="Text 8"/>
          <p:cNvSpPr/>
          <p:nvPr/>
        </p:nvSpPr>
        <p:spPr>
          <a:xfrm>
            <a:off x="4846320" y="987552"/>
            <a:ext cx="3749040" cy="365760"/>
          </a:xfrm>
          <a:prstGeom prst="rect">
            <a:avLst/>
          </a:prstGeom>
          <a:noFill/>
          <a:ln/>
        </p:spPr>
        <p:txBody>
          <a:bodyPr wrap="square" lIns="0" tIns="0" rIns="0" bIns="0" rtlCol="0" anchor="ctr"/>
          <a:lstStyle/>
          <a:p>
            <a:pPr indent="0" marL="0">
              <a:buNone/>
            </a:pPr>
            <a:r>
              <a:rPr lang="en-US" sz="1400" b="1" dirty="0">
                <a:solidFill>
                  <a:srgbClr val="2E6E44"/>
                </a:solidFill>
              </a:rPr>
              <a:t>Three Addends</a:t>
            </a:r>
            <a:endParaRPr lang="en-US" sz="1400" dirty="0"/>
          </a:p>
        </p:txBody>
      </p:sp>
      <p:sp>
        <p:nvSpPr>
          <p:cNvPr id="11" name="Text 9"/>
          <p:cNvSpPr/>
          <p:nvPr/>
        </p:nvSpPr>
        <p:spPr>
          <a:xfrm>
            <a:off x="4846320" y="1371600"/>
            <a:ext cx="3749040" cy="2651760"/>
          </a:xfrm>
          <a:prstGeom prst="rect">
            <a:avLst/>
          </a:prstGeom>
          <a:noFill/>
          <a:ln/>
        </p:spPr>
        <p:txBody>
          <a:bodyPr wrap="square" lIns="0" tIns="0" rIns="0" bIns="0" rtlCol="0" anchor="ctr"/>
          <a:lstStyle/>
          <a:p>
            <a:pPr indent="0" marL="0">
              <a:buNone/>
            </a:pPr>
            <a:r>
              <a:rPr lang="en-US" sz="1600" b="1" dirty="0">
                <a:solidFill>
                  <a:srgbClr val="1A1A2E"/>
                </a:solidFill>
                <a:latin typeface="Cambria" pitchFamily="34" charset="0"/>
                <a:ea typeface="Cambria" pitchFamily="34" charset="-122"/>
                <a:cs typeface="Cambria" pitchFamily="34" charset="-120"/>
              </a:rPr>
              <a:t>2.305 + 0.74 + 6.008 = ?</a:t>
            </a:r>
            <a:endParaRPr lang="en-US" sz="1600" dirty="0"/>
          </a:p>
          <a:p>
            <a:pPr indent="0" marL="0">
              <a:buNone/>
            </a:pPr>
            <a:endParaRPr lang="en-US" sz="1600" dirty="0"/>
          </a:p>
          <a:p>
            <a:pPr indent="0" marL="0">
              <a:buNone/>
            </a:pPr>
            <a:r>
              <a:rPr lang="en-US" sz="1600" b="1" dirty="0">
                <a:solidFill>
                  <a:srgbClr val="1A1A2E"/>
                </a:solidFill>
                <a:latin typeface="Cambria" pitchFamily="34" charset="0"/>
                <a:ea typeface="Cambria" pitchFamily="34" charset="-122"/>
                <a:cs typeface="Cambria" pitchFamily="34" charset="-120"/>
              </a:rPr>
              <a:t>  2.305</a:t>
            </a:r>
            <a:endParaRPr lang="en-US" sz="1600" dirty="0"/>
          </a:p>
          <a:p>
            <a:pPr indent="0" marL="0">
              <a:buNone/>
            </a:pPr>
            <a:r>
              <a:rPr lang="en-US" sz="1600" b="1" dirty="0">
                <a:solidFill>
                  <a:srgbClr val="1A1A2E"/>
                </a:solidFill>
                <a:latin typeface="Cambria" pitchFamily="34" charset="0"/>
                <a:ea typeface="Cambria" pitchFamily="34" charset="-122"/>
                <a:cs typeface="Cambria" pitchFamily="34" charset="-120"/>
              </a:rPr>
              <a:t>  0.740</a:t>
            </a:r>
            <a:endParaRPr lang="en-US" sz="1600" dirty="0"/>
          </a:p>
          <a:p>
            <a:pPr indent="0" marL="0">
              <a:buNone/>
            </a:pPr>
            <a:r>
              <a:rPr lang="en-US" sz="1600" b="1" dirty="0">
                <a:solidFill>
                  <a:srgbClr val="1A1A2E"/>
                </a:solidFill>
                <a:latin typeface="Cambria" pitchFamily="34" charset="0"/>
                <a:ea typeface="Cambria" pitchFamily="34" charset="-122"/>
                <a:cs typeface="Cambria" pitchFamily="34" charset="-120"/>
              </a:rPr>
              <a:t>+ 6.008</a:t>
            </a:r>
            <a:endParaRPr lang="en-US" sz="1600" dirty="0"/>
          </a:p>
          <a:p>
            <a:pPr indent="0" marL="0">
              <a:buNone/>
            </a:pPr>
            <a:r>
              <a:rPr lang="en-US" sz="1600" b="1" dirty="0">
                <a:solidFill>
                  <a:srgbClr val="1A1A2E"/>
                </a:solidFill>
                <a:latin typeface="Cambria" pitchFamily="34" charset="0"/>
                <a:ea typeface="Cambria" pitchFamily="34" charset="-122"/>
                <a:cs typeface="Cambria" pitchFamily="34" charset="-120"/>
              </a:rPr>
              <a:t>———</a:t>
            </a:r>
            <a:endParaRPr lang="en-US" sz="1600" dirty="0"/>
          </a:p>
          <a:p>
            <a:pPr indent="0" marL="0">
              <a:buNone/>
            </a:pPr>
            <a:r>
              <a:rPr lang="en-US" sz="1600" b="1" dirty="0">
                <a:solidFill>
                  <a:srgbClr val="1A1A2E"/>
                </a:solidFill>
                <a:latin typeface="Cambria" pitchFamily="34" charset="0"/>
                <a:ea typeface="Cambria" pitchFamily="34" charset="-122"/>
                <a:cs typeface="Cambria" pitchFamily="34" charset="-120"/>
              </a:rPr>
              <a:t>  9.053</a:t>
            </a:r>
            <a:endParaRPr lang="en-US" sz="1600" dirty="0"/>
          </a:p>
        </p:txBody>
      </p:sp>
      <p:sp>
        <p:nvSpPr>
          <p:cNvPr id="12" name="Shape 10"/>
          <p:cNvSpPr/>
          <p:nvPr/>
        </p:nvSpPr>
        <p:spPr>
          <a:xfrm>
            <a:off x="365760" y="4251960"/>
            <a:ext cx="8412480" cy="640080"/>
          </a:xfrm>
          <a:prstGeom prst="roundRect">
            <a:avLst>
              <a:gd name="adj" fmla="val 14286"/>
            </a:avLst>
          </a:prstGeom>
          <a:solidFill>
            <a:srgbClr val="FEF6E4"/>
          </a:solidFill>
          <a:ln w="6350">
            <a:solidFill>
              <a:srgbClr val="DDDDEE"/>
            </a:solidFill>
            <a:prstDash val="solid"/>
          </a:ln>
        </p:spPr>
      </p:sp>
      <p:sp>
        <p:nvSpPr>
          <p:cNvPr id="13" name="Text 11"/>
          <p:cNvSpPr/>
          <p:nvPr/>
        </p:nvSpPr>
        <p:spPr>
          <a:xfrm>
            <a:off x="548640" y="4297680"/>
            <a:ext cx="8046720" cy="548640"/>
          </a:xfrm>
          <a:prstGeom prst="rect">
            <a:avLst/>
          </a:prstGeom>
          <a:noFill/>
          <a:ln/>
        </p:spPr>
        <p:txBody>
          <a:bodyPr wrap="square" lIns="0" tIns="0" rIns="0" bIns="0" rtlCol="0" anchor="ctr"/>
          <a:lstStyle/>
          <a:p>
            <a:pPr indent="0" marL="0">
              <a:buNone/>
            </a:pPr>
            <a:r>
              <a:rPr lang="en-US" sz="1200" i="1" dirty="0">
                <a:solidFill>
                  <a:srgbClr val="1A1A2E"/>
                </a:solidFill>
              </a:rPr>
              <a:t>Writing an extra zero after the last digit doesn't change the value — it just fills every column so nothing gets skipped.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Student-Led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828800"/>
          </a:xfrm>
          <a:prstGeom prst="roundRect">
            <a:avLst>
              <a:gd name="adj" fmla="val 5000"/>
            </a:avLst>
          </a:prstGeom>
          <a:solidFill>
            <a:srgbClr val="FFFFFF"/>
          </a:solidFill>
          <a:ln w="6350">
            <a:solidFill>
              <a:srgbClr val="DDDDEE"/>
            </a:solidFill>
            <a:prstDash val="solid"/>
          </a:ln>
        </p:spPr>
      </p:sp>
      <p:sp>
        <p:nvSpPr>
          <p:cNvPr id="7" name="Text 5"/>
          <p:cNvSpPr/>
          <p:nvPr/>
        </p:nvSpPr>
        <p:spPr>
          <a:xfrm>
            <a:off x="685800" y="1143000"/>
            <a:ext cx="7772400" cy="155448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Maria kayaked 3.104 km on Friday, 2.6 km on Saturday, and 0.88 km on Sunday. What is her total distance?</a:t>
            </a:r>
            <a:endParaRPr lang="en-US" sz="1800" dirty="0"/>
          </a:p>
        </p:txBody>
      </p:sp>
      <p:sp>
        <p:nvSpPr>
          <p:cNvPr id="8" name="Shape 6"/>
          <p:cNvSpPr/>
          <p:nvPr/>
        </p:nvSpPr>
        <p:spPr>
          <a:xfrm>
            <a:off x="914400" y="3291840"/>
            <a:ext cx="73152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914400" y="32918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total distance AND how many decimal places you used after lining up all three addends.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What Comes Next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463040"/>
            <a:ext cx="8229600" cy="1645920"/>
          </a:xfrm>
          <a:prstGeom prst="roundRect">
            <a:avLst>
              <a:gd name="adj" fmla="val 5556"/>
            </a:avLst>
          </a:prstGeom>
          <a:solidFill>
            <a:srgbClr val="EAE8F5"/>
          </a:solidFill>
          <a:ln w="6350">
            <a:solidFill>
              <a:srgbClr val="DDDDEE"/>
            </a:solidFill>
            <a:prstDash val="solid"/>
          </a:ln>
        </p:spPr>
      </p:sp>
      <p:sp>
        <p:nvSpPr>
          <p:cNvPr id="7" name="Text 5"/>
          <p:cNvSpPr/>
          <p:nvPr/>
        </p:nvSpPr>
        <p:spPr>
          <a:xfrm>
            <a:off x="685800" y="1600200"/>
            <a:ext cx="7772400" cy="137160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Tomorrow you'll use this same place-value model to subtract decimals — trading pieces the other direction when a place runs out.</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Kai added 5.6 + 3.47 and got 3.53. What is the correct sum?</a:t>
            </a:r>
            <a:endParaRPr lang="en-US" sz="2000" dirty="0"/>
          </a:p>
        </p:txBody>
      </p:sp>
      <p:sp>
        <p:nvSpPr>
          <p:cNvPr id="8" name="Shape 6"/>
          <p:cNvSpPr/>
          <p:nvPr/>
        </p:nvSpPr>
        <p:spPr>
          <a:xfrm>
            <a:off x="822960" y="2103120"/>
            <a:ext cx="182880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82296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9.07</a:t>
            </a:r>
            <a:endParaRPr lang="en-US" sz="2000" dirty="0"/>
          </a:p>
        </p:txBody>
      </p:sp>
      <p:sp>
        <p:nvSpPr>
          <p:cNvPr id="10" name="Shape 8"/>
          <p:cNvSpPr/>
          <p:nvPr/>
        </p:nvSpPr>
        <p:spPr>
          <a:xfrm>
            <a:off x="2743200" y="2103120"/>
            <a:ext cx="182880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74320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3.53</a:t>
            </a:r>
            <a:endParaRPr lang="en-US" sz="2000" dirty="0"/>
          </a:p>
        </p:txBody>
      </p:sp>
      <p:sp>
        <p:nvSpPr>
          <p:cNvPr id="12" name="Shape 10"/>
          <p:cNvSpPr/>
          <p:nvPr/>
        </p:nvSpPr>
        <p:spPr>
          <a:xfrm>
            <a:off x="4663440" y="2103120"/>
            <a:ext cx="182880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66344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8.07</a:t>
            </a:r>
            <a:endParaRPr lang="en-US" sz="2000" dirty="0"/>
          </a:p>
        </p:txBody>
      </p:sp>
      <p:sp>
        <p:nvSpPr>
          <p:cNvPr id="14" name="Shape 12"/>
          <p:cNvSpPr/>
          <p:nvPr/>
        </p:nvSpPr>
        <p:spPr>
          <a:xfrm>
            <a:off x="6583680" y="2103120"/>
            <a:ext cx="18288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58368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9.17</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Kai added 5.6 + 3.47 and got 3.53. What is the correct sum?</a:t>
            </a:r>
            <a:endParaRPr lang="en-US" sz="2000" dirty="0"/>
          </a:p>
        </p:txBody>
      </p:sp>
      <p:sp>
        <p:nvSpPr>
          <p:cNvPr id="8" name="Shape 6"/>
          <p:cNvSpPr/>
          <p:nvPr/>
        </p:nvSpPr>
        <p:spPr>
          <a:xfrm>
            <a:off x="822960" y="2103120"/>
            <a:ext cx="1828800" cy="822960"/>
          </a:xfrm>
          <a:prstGeom prst="roundRect">
            <a:avLst>
              <a:gd name="adj" fmla="val 8889"/>
            </a:avLst>
          </a:prstGeom>
          <a:solidFill>
            <a:srgbClr val="2E6E44"/>
          </a:solidFill>
          <a:ln w="12700">
            <a:solidFill>
              <a:srgbClr val="2E6E44"/>
            </a:solidFill>
            <a:prstDash val="solid"/>
          </a:ln>
        </p:spPr>
      </p:sp>
      <p:sp>
        <p:nvSpPr>
          <p:cNvPr id="9" name="Text 7"/>
          <p:cNvSpPr/>
          <p:nvPr/>
        </p:nvSpPr>
        <p:spPr>
          <a:xfrm>
            <a:off x="822960" y="2103120"/>
            <a:ext cx="1828800" cy="822960"/>
          </a:xfrm>
          <a:prstGeom prst="rect">
            <a:avLst/>
          </a:prstGeom>
          <a:noFill/>
          <a:ln/>
        </p:spPr>
        <p:txBody>
          <a:bodyPr wrap="square" lIns="0" tIns="0" rIns="0" bIns="0" rtlCol="0" anchor="ctr"/>
          <a:lstStyle/>
          <a:p>
            <a:pPr algn="ctr" indent="0" marL="0">
              <a:buNone/>
            </a:pPr>
            <a:r>
              <a:rPr lang="en-US" sz="2000" b="1" dirty="0">
                <a:solidFill>
                  <a:srgbClr val="FFFFFF"/>
                </a:solidFill>
              </a:rPr>
              <a:t>9.07</a:t>
            </a:r>
            <a:endParaRPr lang="en-US" sz="2000" dirty="0"/>
          </a:p>
        </p:txBody>
      </p:sp>
      <p:sp>
        <p:nvSpPr>
          <p:cNvPr id="10" name="Shape 8"/>
          <p:cNvSpPr/>
          <p:nvPr/>
        </p:nvSpPr>
        <p:spPr>
          <a:xfrm>
            <a:off x="2743200" y="2103120"/>
            <a:ext cx="182880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74320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3.53</a:t>
            </a:r>
            <a:endParaRPr lang="en-US" sz="2000" dirty="0"/>
          </a:p>
        </p:txBody>
      </p:sp>
      <p:sp>
        <p:nvSpPr>
          <p:cNvPr id="12" name="Shape 10"/>
          <p:cNvSpPr/>
          <p:nvPr/>
        </p:nvSpPr>
        <p:spPr>
          <a:xfrm>
            <a:off x="4663440" y="2103120"/>
            <a:ext cx="182880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66344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8.07</a:t>
            </a:r>
            <a:endParaRPr lang="en-US" sz="2000" dirty="0"/>
          </a:p>
        </p:txBody>
      </p:sp>
      <p:sp>
        <p:nvSpPr>
          <p:cNvPr id="14" name="Shape 12"/>
          <p:cNvSpPr/>
          <p:nvPr/>
        </p:nvSpPr>
        <p:spPr>
          <a:xfrm>
            <a:off x="6583680" y="2103120"/>
            <a:ext cx="18288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58368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9.17</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5.6 has no hundredths digit — write it as 5.60 so the columns line up: 5.60 + 3.47 = 9.07.</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every regroup we did today moved a value one place to the left, into the column with the next larger place — just like a whole-number carry.</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checked 7.885 by rounding first: 4.2 + 3.6 is about 7.8, so my exact answer landed right where the estimate said it should.</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two decimal grids sliding together until one grid fills all the way up and a brand-new whole grid has to start.</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A sum is only correct once every place lines up under its own place value — ones under ones, thousandths under thousandths.</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Independent Practice: Adding Decimals to the Thousandths (5 problems)</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Finish the Show What You Know checks in the online lesson</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Be ready to explain why you sometimes add a zero to line up decimal places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5.10.01 Adding Decimals to the Thousandths — Teacher Slides</dc:title>
  <dc:subject>PptxGenJS Presentation</dc:subject>
  <dc:creator>PptxGenJS</dc:creator>
  <cp:lastModifiedBy>PptxGenJS</cp:lastModifiedBy>
  <cp:revision>1</cp:revision>
  <dcterms:created xsi:type="dcterms:W3CDTF">2026-09-24T16:00:41Z</dcterms:created>
  <dcterms:modified xsi:type="dcterms:W3CDTF">2026-09-24T16:00:41Z</dcterms:modified>
</cp:coreProperties>
</file>