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ONE DOESN'T BELONG (5-7 min)
Present all four expressions. Give a minute of silent think time — every one can be defended.
Anticipated: students focus on decimal-place count or whether a trade is needed.
Transition: 'Let's hear the reasoning for each.'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ONE DOESN'T BELONG (5-7 min)
Present all four expressions. Give a minute of silent think time — every one can be defended.
Anticipated: students focus on decimal-place count or whether a trade is needed.
Transition: 'Let's hear the reasoning for each.'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Connection (2 min)
Answer: 0.48 ÷ 6 needs a zero placeholder (0 tenths, since 4 tenths &lt; 6). Connect to today's vocabulary word 'trade' and the idea of writing a zero when a place has nothing to divide.
Transition: 'Try naming the zero-placeholder case in a fresh set.'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Connection (2 min)
Answer: 0.48 ÷ 6 needs a zero placeholder (0 tenths, since 4 tenths &lt; 6). Connect to today's vocabulary word 'trade' and the idea of writing a zero when a place has nothing to divide.
Transition: 'Try naming the zero-placeholder case in a fresh set.'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Frame the lesson: today the strip model and the written algorithm move together, step for step, including what to do when a place has nothing to divide.
Transition: 'Let's see what we're aiming for today.'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statement aloud. Emphasize that today adds two new moves to yesterday's sharing idea: trading leftovers, and writing a zero placeholder.
Transition: 'Let's warm up the division and remainder skills we'll lean on today.'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Q1 checks that students can name a whole-number remainder (answer: 3 r1) — the exact leftover we will trade today.
Q2 checks sharing at the tenths place (answer: 4 tenths).
Q3 reactivates yesterday's simple partition fact (answer: 1.2).
Common error: students give the remainder as a decimal (0.25) instead of a whole-number leftover for Q1 — clarify we need the leftover amount, not yet a decimal.
Transition: 'Today's real-world problem has a leftover that needs trading.'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Read the scenario aloud. Point out that $53 doesn't split evenly by 7 — that leftover is exactly what today's trading move is for.
Anticipated: 'closer to $8' or 'a little more than $7.'
Common error: students round instead of reasoning about the actual leftover — press for 'because.'
Transition: 'Let's notice and wonder about this problem before we build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Anticipated notice: 'the ones digit is 5, and 5 doesn't split evenly by 4.' Anticipated wonder: 'does the leftover 1 just disappear?'
Common error: students assume a leftover is dropped rather than traded into the next place — hold that question for the centerpiece.
Transition: 'Let's build this decimal amount and watch every trade.'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The bar IS 5.28, sliced into 4 equal physical shares. This time the sharing needs trades: point to the leftover after sharing ones, and show it being traded down into tenths, then hundredths.
Anticipated: students predict a leftover before you reveal each trade.
Common error: students think the leftover 'disappears' instead of being traded into the next smaller place — re-trace the trade physically.
Transition: 'Let's watch the model and the written algorithm move together, step by step.'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This ladder diagram is a different picture of the same sharing/trading action from the Concrete slide, now organized place by place to bridge into the written algorithm.
Anticipated: students narrate each step back before you reveal it.
Common error: students skip stating the remainder/trade in words and just write the digit — require the 'remainder ___ → trade for 10 ___' language each step.
Transition: 'Let's write the rule for this in words.'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State the rule in words only — no new visual here, students already saw the mechanism twice. Read it aloud, then have a student restate the zero-placeholder part specifically.
Common error: students forget the zero-placeholder rule when a place truly has nothing to divide.
Transition: 'Let's put names to the words we've been using.'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(3 min)
Read each term, definition, and example aloud. Point back to the ladder diagram to anchor 'algorithm,' 'remainder,' and 'trade' to the exact steps students just watched.
Transition: 'Let's use this language on a new problem together.'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(5 min)
This is the new skill Part 2 adds: a place (hundredths) has nothing left to divide into it, so the quotient gets a zero placeholder instead of just skipping the place. Narrate the zero explicitly.
Anticipated: students expect the answer to just skip a digit instead of writing a zero.
Common error: students write 0.54 (dropping the zero) instead of 0.504 — connect back to the vocabulary word 'trade' and show why the zero has to hold that place.
Transition: 'Now you try one on your own with the same zero-placeholder idea.'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
Answer: 0.448. The ones place needs a zero placeholder first (4 ÷ 9 = 0 ones, remainder 4), then every other place has a genuine digit.
Anticipated: most students correctly identify the ones place as needing the zero.
Common error: students only write '.448' without the leading zero in the ones place, or misplace the decimal point entirely.
Transition: 'Here's where this model is headed next.'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that Lesson 5.10.07 flips the structure: dividing a whole number by a decimal piece (0.1, 0.01), which counts groups instead of sharing into them.
Transition: 'Time for your exit check.'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 (3 min)
Slide A: give full silent think time before revealing. Slide B: reveal the correct answer (1.02) and read the zero-placeholder explanation aloud.
Common error: picking 0.12 (dropping the ones digit) or 12.0 (decimal point misplaced) — both come from not tracking the zero in the tenths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 (3 min)
Slide A: give full silent think time before revealing. Slide B: reveal the correct answer (1.02) and read the zero-placeholder explanation aloud.
Common error: picking 0.12 (dropping the ones digit) or 12.0 (decimal point misplaced) — both come from not tracking the zero in the tenths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Decimal ÷ Whole Number · Zeros &amp; Trades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6.39 ÷ 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 ÷ 4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7.05 ÷ 5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 ÷ 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6.39 ÷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6.39 ÷ 3 doesn't belong — it's the only one where every place divides evenly with nothing to trade at 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 ÷ 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8.4 ÷ 4 doesn't belong — it's the only one with just one decimal place instead of two.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7.05 ÷ 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7.05 ÷ 5 doesn't belong — it's the only one where a whole number has to be traded into tenths before dividing.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 ÷ 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0.48 ÷ 6 doesn't belong — it's the only one where the dividend has no ones at all.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one of these needs a zero placeholder in the quotient, because a place has nothing to divide yet. Which one, and what do we call writing that zero?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4.032 ÷ 9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3.024 ÷ 6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21.6 ÷ 8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9.36 ÷ 4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5.10.06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by a Whole Number — Part 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10 · Decimal Operations · Partition-to-Algorithm Bridge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MA.5.NSO.2.5   ·   MTR.2.1   ·   MTR.5.1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connect the decimal strip model to the written division algorithm, including trading between places and writing a zero when a place has nothing to divide.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written algorithm makes more sense when each step matches the model.”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13 ÷ 4 = ______ remainder ______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24 tenths ÷ 6 = ______ tenths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From Lesson 5.10.05: 3.6 ÷ 3 = ______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friends split a $53.76 pizza-party bill equally, and $53 does not divide evenly by 7.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42062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062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— is each person's share closer to $7 or $8?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Trade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5.28 divided into 4 equal groups doesn't split evenly place by place. Notice where the leftover amounts have to move, and wonder what happens to them.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Build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48840"/>
            <a:ext cx="1828800" cy="1188720"/>
          </a:xfrm>
          <a:prstGeom prst="rect">
            <a:avLst/>
          </a:prstGeom>
          <a:solidFill>
            <a:srgbClr val="4A3D8F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148840"/>
            <a:ext cx="1828800" cy="1188720"/>
          </a:xfrm>
          <a:prstGeom prst="rect">
            <a:avLst/>
          </a:prstGeom>
          <a:solidFill>
            <a:srgbClr val="2E6E44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2148840"/>
            <a:ext cx="1828800" cy="1188720"/>
          </a:xfrm>
          <a:prstGeom prst="rect">
            <a:avLst/>
          </a:prstGeom>
          <a:solidFill>
            <a:srgbClr val="D9941A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148840"/>
            <a:ext cx="1828800" cy="1188720"/>
          </a:xfrm>
          <a:prstGeom prst="rect">
            <a:avLst/>
          </a:prstGeom>
          <a:solidFill>
            <a:srgbClr val="C05818">
              <a:alpha val="82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148840"/>
            <a:ext cx="731520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6479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5.28 shared equally into 4 groups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148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2148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Group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Group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Group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Group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84048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895344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5 ones don't split evenly into 4 groups. Trade the leftover 1 one for 10 tenths, then trade the leftover tenth for 10 hundredths, until every group gets 1 one, 3 tenths, and 2 hundredths — 1.32.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Model + Algorithm Together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1737360" cy="8686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 · Ones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0515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ones ÷ 4 = 1 one, remainder 1 → trade for 10 tenths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17320" y="1920240"/>
            <a:ext cx="0" cy="18288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10312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03120"/>
            <a:ext cx="1737360" cy="86868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031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 · Tenths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1031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+ 2 = 12 tenths ÷ 4 = 3 tenths, remainder 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17320" y="2971800"/>
            <a:ext cx="0" cy="18288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15468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54680"/>
            <a:ext cx="1737360" cy="868680"/>
          </a:xfrm>
          <a:prstGeom prst="rect">
            <a:avLst/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546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 · Hundredths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31546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hundredths ÷ 4 = 2 hundredths, remainder 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Quotient: 1.32 — each written step records the exact same trade the model just made.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State the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78638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as with whole numbers, working from the largest place to the smallest. Trade any leftover into the next smaller place, and write a zero in the quotient if a place has nothing to divide. Place the decimal point in the quotient directly above the decimal point in the dividend.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Daily Math Language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step-by-step written 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Ex: The division algorithm records 5.28 ÷ 4 one place at a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69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amount left to keep sharing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Ex: 5 ones ÷ 4 leaves a remainder of 1 one.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986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to exchange one larger piece for 10 smaller pieces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Ex: Trade the leftover 1 one for 10 tenths.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8986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hundredths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100 equal parts of one whole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794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Ex: 1.32 has 2 hundredths in the last place.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Teacher-Led · Zero in the Quotient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3.024 ÷ 6 = 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3 ones ÷ 6 = 0 ones, remainder 3 → trade for 30 tenths.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30 tenths + 0 tenths = 30 tenths ÷ 6 = 5 tenths, remainder 0.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0 hundredths + 2 hundredths = 2 hundredths ÷ 6 = 0 hundredths — write a zero, remainder 2 → trade for 20 thousandths.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20 + 4 = 24 thousandths ÷ 6 = 4 thousandths. Quotient: 0.504.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Student-Led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TRY IT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4.032 ÷ 9 = 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12848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Use the same trading idea from Guided Practice: divide place by place, trade every leftover into the next smaller place, and write a zero if a place has nothing to divide.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9776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9776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quotient AND which place value needed a zero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Comes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EAE8F5"/>
          </a:solidFill>
          <a:ln w="12700">
            <a:solidFill>
              <a:srgbClr val="EA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7863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you will divide by decimal pieces such as 0.1 and 0.01. The answer will count how many small pieces fit inside a whole number.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4.08 ÷ 4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1.02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12.0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10.2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quotient AND which place value needed the zero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4.08 ÷ 4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1.02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12.0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10.2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4 ones ÷ 4 = 1 one. 0 tenths ÷ 4 = 0 tenths — write a zero placeholder. 8 hundredths ÷ 4 = 2 hundredths. Quotient = 1.02.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quotient AND which place value needed the zero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3.024 divided by 6 has a zero right in the middle of the quotient, because the hundredths place didn't have enough to share yet.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the zero by multiplying back: 0.504 × 6 = 3.024, so the zero really does belong there.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each trade sliding down the model — a whole trades into 10 tenths, a tenth trades into 10 hundredths, until every group gets its fair share.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language is: when a place has nothing left to divide, the algorithm records a zero in that place of the quotient — that's not a mistake, it's a placeholder.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Show What You Know checks in the lesson.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Independent Practice: Dividing by a Whole Number - Part 2.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Review your Math Journal answers before submitting.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5.10.06 Dividing by a Whole Number — Part 2 — Teacher Slides</dc:title>
  <dc:subject>PptxGenJS Presentation</dc:subject>
  <dc:creator>PptxGenJS</dc:creator>
  <cp:lastModifiedBy>PptxGenJS</cp:lastModifiedBy>
  <cp:revision>1</cp:revision>
  <dcterms:created xsi:type="dcterms:W3CDTF">2026-09-24T15:58:31Z</dcterms:created>
  <dcterms:modified xsi:type="dcterms:W3CDTF">2026-09-24T15:58:31Z</dcterms:modified>
</cp:coreProperties>
</file>