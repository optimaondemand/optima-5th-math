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Solve It routine using 8 ÷ 0.4 -- different numbers than the lesson's own 2.4 ÷ 0.3 example. Let students try both strategies before comparing.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Solve It routine using 8 ÷ 0.4 -- different numbers than the lesson's own 2.4 ÷ 0.3 example. Let students try both strategies before comparing.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both strategies land on 20. Name the rule: scaling both numbers by the same power of 10 makes an equivalent division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both strategies land on 20. Name the rule: scaling both numbers by the same power of 10 makes an equivalent division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dividing a whole number by any decimal, by scaling both numbers into whole numbers first.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Emphasize: scaling both numbers together never changes the answer.
Transition: "Let's warm up with scaling by 10."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Refresh basic division facts and multiplying by 10, both needed to scale a decimal divisor into a whole number.
Anticipated: 6, 30, 5.
Transition: "Let's notice and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scaling a decimal divisor in a real scooping scenario.
Anticipated guesses will vary -- don't confirm yet.
Transition: "Let's notice and wonder about the equation."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'the divisor isn't a whole number'. Anticipated wonder: 'can we turn 0.5 into a whole number first?'
Transition: "Let's build it with a decimal scooper."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The jump bar shows the physical action: scooping off six half-size pieces to measure 3 wholes, one at a time. Six jumps keeps every label readable, unlike a case such as 6 ÷ 0.25 = 24 jumps.
Common error: counting the whole-number jumps but forgetting each one measures half, not one.
Transition: "Let's see why scaling both numbers by 10 gives the same count."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Two matching jump bars, before and after scaling by ×10 -- a different representation from the single bar on the Concrete slide, showing WHY scaling preserves the quotient.
Anticipated: students see both bars have exactly 6 jumps.
Transition: "Let's name the rule in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scaling rule in words -- the only slide where the shortcut is named without a visual alongside it, since the two prior slides already built the meaning.
Anticipated: 'scale', 'multiply', 'equivalent'.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Concrete jump bar and Pictorial scaling diagram.
Transition: "Let's work an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A (4 min)
Model scaling by 100 for a two-decimal-place divisor -- a bigger scale factor than the halves example on the Concrete slide.
Common error: scaling only the divisor and forgetting to scale the dividend by the same amount.
Transition: "What if the quotient isn't a whole number?"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includes a case that scales by 100 (15.6 ÷ 0.12) and a case that does not divide evenly; this slide covers a whole-number-dividend version that does not divide evenly, which the lesson's own worked example (2.4 ÷ 0.3, which divides evenly) does not show.
Common error: rounding to 12 or 13 instead of writing the exact decimal quotient.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15 stops (9 × 10 = 90, 0.6 × 10 = 6, 90 ÷ 6 = 15).
Common error: scaling only one of the two numbers.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that decimal division is the last operation students needed before combining all four in multi-step problems.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scale BOTH numbers by the same power of 10 rather than scaling only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scale BOTH numbers by the same power of 10 rather than scaling only the divisor.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celebrate finishing the division-by-decimal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029968" y="164592"/>
            <a:ext cx="66751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1645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5.10.08 · Dividing by a Decimal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0.4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What do you notice? What strategies come to mind?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Strategy Gallery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Talk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Scale to whole numbers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both numbers by 10.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0.4 becomes 80 ÷ 4.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÷ 4 = 20.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24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Count equal groups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50876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Think: how many groups of 0.4 fit in 8?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by 0.4s: 0.4, 0.8, 1.2 ...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takes 20 jumps of 0.4 to reach 8.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452628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526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strategy did you try first?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Multiplying both the dividend and divisor by the same power of 10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the quotient the same, because the relationship between the two numbers stays the same -- only the size of the pieces changes.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TALK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÷ 0.6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20 — scale both numbers by 10: 120 ÷ 6 = 20.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5.10.08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 Whole Number by a Decimal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10: Decimal Operations · Lesson 8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MA.5.NSO.2.5   ·   TEKS 5.3.F   ·   TEKS 5.3.G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divide a whole number by any decimal by scaling both numbers into whole numbers before dividing.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“Multiplying the dividend and divisor by the same power of 10 keeps the quotient the same.”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÷ 5 = ______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10 = ______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× 10 = ______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434340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34340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three answers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DCEFF7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baker has 6 cups of flour and scoops out 0.75-cup servings for each batch of muffins.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D4E78"/>
                </a:solidFill>
              </a:rPr>
              <a:t>Why can we change a decimal divisor into a whole-number divisor?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931920"/>
            <a:ext cx="713232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931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estimate for the number of batches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Decimal Division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÷ 0.5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Measure off how many 0.5-size scoops fit inside 3 wholes.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solidFill>
            <a:srgbClr val="F5F5F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1219200" cy="54864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3600" y="1737360"/>
            <a:ext cx="1219200" cy="54864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36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2800" y="1737360"/>
            <a:ext cx="1219200" cy="54864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28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737360"/>
            <a:ext cx="1219200" cy="54864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91200" y="1737360"/>
            <a:ext cx="1219200" cy="54864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912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10400" y="1737360"/>
            <a:ext cx="1219200" cy="54864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0400" y="23408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36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28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12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104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6276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651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each jump = 0.5 (one half)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1353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3 ÷ 0.5 = 6 halves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3017520"/>
            <a:ext cx="7315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1272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halves fit inside 3 wholes, one scoop at a time.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÷ 0.5 = 6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Scaling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Scale both numbers by the same power of 10 -- the count of jumps does not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80160" y="1600200"/>
            <a:ext cx="6035040" cy="365760"/>
          </a:xfrm>
          <a:prstGeom prst="rect">
            <a:avLst/>
          </a:prstGeom>
          <a:solidFill>
            <a:srgbClr val="F5F5F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600200"/>
            <a:ext cx="1005840" cy="36576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600200"/>
            <a:ext cx="1005840" cy="36576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1005840" cy="36576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1005840" cy="36576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1600200"/>
            <a:ext cx="1005840" cy="365760"/>
          </a:xfrm>
          <a:prstGeom prst="rect">
            <a:avLst/>
          </a:prstGeom>
          <a:solidFill>
            <a:srgbClr val="2A6F9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1005840" cy="365760"/>
          </a:xfrm>
          <a:prstGeom prst="rect">
            <a:avLst/>
          </a:prstGeom>
          <a:solidFill>
            <a:srgbClr val="3FA79B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0208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8016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49047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12161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3 ÷ 0.5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35240" y="1600200"/>
            <a:ext cx="0" cy="1965960"/>
          </a:xfrm>
          <a:prstGeom prst="line">
            <a:avLst/>
          </a:prstGeom>
          <a:noFill/>
          <a:ln w="3175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81812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80160" y="3566160"/>
            <a:ext cx="6035040" cy="365760"/>
          </a:xfrm>
          <a:prstGeom prst="rect">
            <a:avLst/>
          </a:prstGeom>
          <a:solidFill>
            <a:srgbClr val="F5F5F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3566160"/>
            <a:ext cx="1005840" cy="365760"/>
          </a:xfrm>
          <a:prstGeom prst="rect">
            <a:avLst/>
          </a:prstGeom>
          <a:solidFill>
            <a:srgbClr val="1D4E78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0" y="3566160"/>
            <a:ext cx="1005840" cy="365760"/>
          </a:xfrm>
          <a:prstGeom prst="rect">
            <a:avLst/>
          </a:prstGeom>
          <a:solidFill>
            <a:srgbClr val="2E857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566160"/>
            <a:ext cx="1005840" cy="365760"/>
          </a:xfrm>
          <a:prstGeom prst="rect">
            <a:avLst/>
          </a:prstGeom>
          <a:solidFill>
            <a:srgbClr val="1D4E78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566160"/>
            <a:ext cx="1005840" cy="365760"/>
          </a:xfrm>
          <a:prstGeom prst="rect">
            <a:avLst/>
          </a:prstGeom>
          <a:solidFill>
            <a:srgbClr val="2E857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0" y="3566160"/>
            <a:ext cx="1005840" cy="365760"/>
          </a:xfrm>
          <a:prstGeom prst="rect">
            <a:avLst/>
          </a:prstGeom>
          <a:solidFill>
            <a:srgbClr val="1D4E78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566160"/>
            <a:ext cx="1005840" cy="365760"/>
          </a:xfrm>
          <a:prstGeom prst="rect">
            <a:avLst/>
          </a:prstGeom>
          <a:solidFill>
            <a:srgbClr val="2E8577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986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7A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28016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9184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0352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0" y="3456432"/>
            <a:ext cx="0" cy="10972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31821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30 ÷ 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Same 6 jumps either way -- 3 ÷ 0.5 and 30 ÷ 5 are equivalent division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DCEFF7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divide a whole number by a decimal, multiply both the dividend and the divisor by the same power of 10 until the divisor is a whole number. Then divide as usual.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352044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52044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size of the group or scoop in a division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in 3 ÷ 0.5, the divisor is 0.5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to multiply both numbers by the same amount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scale 3 ÷ 0.5 by 10 to get 30 ÷ 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 division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division problem with the same quotient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3 ÷ 0.5 and 30 ÷ 5 are equivalent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tenths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10 equal parts of one whole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0.5 is 5 tenths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÷ 0.25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78"/>
                </a:solidFill>
              </a:rPr>
              <a:t>Look at the divisor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 has two decimal places, so scale by 100.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47472" cy="34747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78"/>
                </a:solidFill>
              </a:rPr>
              <a:t>Scale both numbers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100 = 600, and 0.25 × 100 = 25.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78"/>
                </a:solidFill>
              </a:rPr>
              <a:t>Divide the whole numbers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÷ 25.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47472" cy="34747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78"/>
                </a:solidFill>
              </a:rPr>
              <a:t>Answer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÷ 25 = 24, so 6 ÷ 0.25 = 24.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When It Doesn't Divide Evenly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 0.4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both by 10: 5 × 10 = 50, and 0.4 × 10 = 4.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÷ 4 = 12.5 -- the pieces don't divide evenly into a whole number of groups, and that's OK.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÷ 0.4 = 12.5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hiker has 9 miles left on the trail and rests every 0.6 mile. How many rest stops will there be?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749808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AND the scaled division fact you used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DCEFF7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Next, you will bring together all four decimal operations -- addition, subtraction, multiplication, and division -- to solve multi-step problems.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÷ 0.5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÷ 0.5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0.8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40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Scale both by 10: 40 ÷ 5 = 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6 ÷ 0.25 and 600 ÷ 25 give the same answer -- scaling both numbers together never changes the quotient.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 my scaled fact by multiplying the quotient by the original decimal divisor: 24 × 0.25 = 6.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two matching bars, one cut into decimal-size jumps and one cut into whole-number jumps, both landing on the same number of pieces.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multiplying the dividend and divisor by the same power of 10 creates an equivalent division problem.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dividing a whole number by a decimal.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Great work finishing this week's decimal division lessons.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5.10.08 Dividing a Whole Number by a Decimal — Teacher Slides</dc:title>
  <dc:subject>PptxGenJS Presentation</dc:subject>
  <dc:creator>PptxGenJS</dc:creator>
  <cp:lastModifiedBy>PptxGenJS</cp:lastModifiedBy>
  <cp:revision>1</cp:revision>
  <dcterms:created xsi:type="dcterms:W3CDTF">2026-09-24T16:01:04Z</dcterms:created>
  <dcterms:modified xsi:type="dcterms:W3CDTF">2026-09-24T16:01:04Z</dcterms:modified>
</cp:coreProperties>
</file>