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seconds silent think time before taking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seconds silent think time before taking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parentheses group values together as one step.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parentheses group values together as one step.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parentheses show which part of a story belongs together and should be handled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before calculating, notice what the story is grouping, repeating, sharing, adding, or taking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multiplication fluency before layering on expression structure. Transition: "Let's use facts like these inside a real story."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Build ONE crate first (6 red + 4 blue = 10), then physically repeat that same crate 2 more times. The parentheses tell us to finish the group before multiplying.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Two labeled boxes -- the finished group and the repeat factor -- multiply into the final total. This is the bridge from the crate picture to the written expression.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the rule works because parentheses mark a group, not because of a memorized trick. Watch for: students who calculate strictly left to right and ignore the parentheses.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This mirrors the IP's Insert Parentheses problem -- students must work backward from the target answer to find where the grouping belongs. Common error: guessing placement without testing the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"parentheses" and "evaluate" in a sentence about today's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(3 × 8) − 5 step by step, narrating why multiplication happens first because it's grouped in parentheses.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the parentheses step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5.02.02 -- order of operations builds directly on today's 'do the group first'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multiply 7 × 9 first and then subtract 4, ignoring the parentheses.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multiply 7 × 9 first and then subtract 4, ignoring the parentheses.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29968" y="164592"/>
            <a:ext cx="66751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968" y="1645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5.02 · Expressions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(7 + 3) × 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What do you notice? What strategies come to mind?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Strategy Gallery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Talk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Solve inside first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+ 3 = 10 inside the parentheses.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10 × 4 = 40.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Think of groups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508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Picture 4 groups of (7 + 3).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group is worth 10.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groups of 10 = 40.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0" y="452628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strategy did you try first?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you see parentheses, you...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Whatever is inside parentheses is one group -- find its value first, before doing anything outside.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(9 − 2) × 5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35 — first 9 − 2 = 7, then 7 × 5 = 35.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5.02.01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Expressions with Parentheses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2 · Expressions and Order of Operations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MA.5.AR.2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parentheses to show which part of an expression belongs together, and evaluate it one step at a time.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 expression is a math sentence waiting to be read carefully.”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× 8 = ?      60 × 9 = ?      80 × 7 = 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expressions will need quick, confident multiplication facts like these.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answer to 60 × 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parentheses change the meaning of an expression?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A class packs 6 red notebooks and 4 blue notebooks into each of 3 crates: (6 + 4) × 3.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(6 + 4) × 3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10 × 3  =  30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Build One Crate, Then Repeat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(6 + 4) × 3  —  build one crate group, then repeat it 3 times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468880" cy="27432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Crate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1719072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1719072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1719072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157984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2157984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2157984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651760"/>
            <a:ext cx="402336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5880" y="2651760"/>
            <a:ext cx="402336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090672"/>
            <a:ext cx="402336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3090672"/>
            <a:ext cx="402336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57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6 + 4 = 10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1280160"/>
            <a:ext cx="2468880" cy="27432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353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Crate 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719072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1719072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719072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157984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2157984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157984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651760"/>
            <a:ext cx="402336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2651760"/>
            <a:ext cx="402336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090672"/>
            <a:ext cx="402336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3090672"/>
            <a:ext cx="402336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657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6 + 4 = 10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80760" y="1280160"/>
            <a:ext cx="2468880" cy="27432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1353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Crate 3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1719072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03720" y="1719072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43800" y="1719072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2157984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03720" y="2157984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43800" y="2157984"/>
            <a:ext cx="40233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2651760"/>
            <a:ext cx="402336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03720" y="2651760"/>
            <a:ext cx="402336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3090672"/>
            <a:ext cx="402336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03720" y="3090672"/>
            <a:ext cx="402336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0760" y="3657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6 + 4 = 10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2920" y="4160520"/>
            <a:ext cx="6446520" cy="502920"/>
          </a:xfrm>
          <a:prstGeom prst="roundRect">
            <a:avLst>
              <a:gd name="adj" fmla="val 181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160520"/>
            <a:ext cx="6446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+ 10 + 10  =  10 × 3  =  30 notebooks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Group, Then Multiply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09728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(6 + 4)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10  (one crate group)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10972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188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0" y="1691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03520" y="1737360"/>
            <a:ext cx="0" cy="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941A"/>
                </a:solidFill>
              </a:rPr>
              <a:t>×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2286000" y="292608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926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× 3 = 30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Parentheses First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(6 + 4) × 3 = 10 × 3 = 30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always find the value inside parentheses first. Then use that value in the rest of the expression.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Where Do the Parentheses Go?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Reverse Thinking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parentheses to make this true: 3 + 4 × 5 = 35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parentheses: 4 × 5 = 20 first, then 3 + 20 = 23.  Not 35.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grouping the 3 + 4 instead: (3 + 4) × 5 = 7 × 5 = 35. That works!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where do the parentheses go?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math phrase with numbers and operation signs.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parentheses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marks that show what part to do first.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set of items treated as one unit.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find the value of an expression.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Sophia has 3 pitchers of lemonade, each holds 8 cups. She pours out 5 cups. How many cups remain?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Write the expression: (3 × 8) − 5.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Solve inside the parentheses first: 3 × 8 = 24.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Then subtract: 24 − 5 = 19.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Answer: 19 cups remain.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(14 − 6) × 4.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32 — 14 − 6 = 8 first, then 8 × 4 = 32.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you'll learn the full order of operations -- what to do when there are no parentheses at all to guide you.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× (9 − 4)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× (9 − 4)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9 − 4 = 5 first (inside the parentheses), then 7 × 5 = 35.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parentheses always mark the group that needs to be finished before anything else happens -- that's true whether it's addition, subtraction, or multiplication inside.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my answer by solving the expression a second time, checking that I did the parentheses step before any step outside them.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parentheses as a box you have to close up and turn into one number before you can use it anywhere else.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parentheses group part of an expression, and that group must be evaluated first, before any operation outside 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evaluating and inserting parentheses.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you learn the full order of operations.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5.02.01 Expressions with Parentheses — Teacher Slides</dc:title>
  <dc:subject>PptxGenJS Presentation</dc:subject>
  <dc:creator>PptxGenJS</dc:creator>
  <cp:lastModifiedBy>PptxGenJS</cp:lastModifiedBy>
  <cp:revision>1</cp:revision>
  <dcterms:created xsi:type="dcterms:W3CDTF">2026-07-16T19:53:51Z</dcterms:created>
  <dcterms:modified xsi:type="dcterms:W3CDTF">2026-07-16T19:53:51Z</dcterms:modified>
</cp:coreProperties>
</file>