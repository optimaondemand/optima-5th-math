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Doesn't Belong (2 min). Every item can be defended. Push toward: which phrase does each expression translate?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Doesn't Belong (2 min). Every item can be defended. Push toward: which phrase does each expression translate?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vocabulary: 'translate.' (1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vocabulary: 'translate.' (1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today we match a story, a diagram, and an expression so all three say the same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today is about TRANSLATION -- turning words into expressions, sometimes without evaluating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Quick mental-math warm-up. Transition: "Now let's turn a story into math symbols."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question. Take a couple of guesses before moving to the model -- don't confirm or deny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Physically drag/connect each phrase chunk down to its matching symbol -- this is the translation action. Read the full expression together once both chunks are matched: 4 × 6 + 9.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Four equal-length bars show the repeated groups (the multiplication); the one longer, differently-colored bar shows the extra amount that just gets added on, not repeated.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Confirm that translating starts with finding the repeated/grouped quantity. Watch for: students who translate word order literally instead of the math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This directly targets the IP's 'write the expression' problems -- 'less than' phrasing is the single most common translation error. Common error: writing the numbers in the same order they appear in the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Call on students to use "translate" and "diagram" in a sentence about today's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Model translating the two-batch story into one expression with two multiplication groups before narrating each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narrate the translation before revealing the answer line -- 'increased by' adds AFTER the quotient, so order doesn't reverse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5.02.05 -- word problems build directly on today's translation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group the wrong numbers or add before multiplying.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group the wrong numbers or add before multiplying.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WHICH ONE DOESN'T BELONG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944368" y="164592"/>
            <a:ext cx="576072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44368" y="16459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5.02 · Words &amp; Expressions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1887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188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(4 + 5)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188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4 + 5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17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5 + 4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017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(3 + 4) × 5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Answer Can Be Right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Which Doesn't Belong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33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(4 + 5)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Reads as '3 times the sum of 4 and 5' -- groups the addition inside parentheses.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33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4 + 5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Reads as '5 more than the product of 3 and 4.'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16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5 + 4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Reads as '4 more than the product of 3 and 5.'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816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(3 + 4) × 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ONLY one where the addition happens FIRST and gets multiplied by 5 afterward.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0" y="44805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44805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WHICH DOESN'T BELONG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</a:rPr>
              <a:t>Vocabulary Connection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phrase 'translates' into one of these expressions -- the grouping tells you which words matter.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434340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34340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item fits the word?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WHICH DOESN'T BELONG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46304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× (6 + 3)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0" y="146304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× 6 + 3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31089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08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× 3 + 6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31089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108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(6 + 3) × 2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828800" y="4434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434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5.02.04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Ways to Write and Evaluate Expressions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2 · Expressions and Order of Operations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MA.5.AR.2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translate a story into a diagram and a numerical expression that all say the same thing.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“One situation can be written more than one way -- in words, in a picture, or in symbols.”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 × 8 = ?      0.6 × 9 = ?      0.8 × 7 = 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use a fact and its tenth -- quick mental math we'll lean on again soon.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9776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answer to 0.8 ×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one situation be written more than one way?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7A"/>
                </a:solidFill>
              </a:rPr>
              <a:t>There are 4 tables. Each table has 6 students. Then 9 more students join.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6 + 9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24 + 9  =  33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Match the Words to the Symbols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972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"4 tables with 6 students each"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972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"9 more students join"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23160" y="2194560"/>
            <a:ext cx="0" cy="502920"/>
          </a:xfrm>
          <a:prstGeom prst="line">
            <a:avLst/>
          </a:prstGeom>
          <a:noFill/>
          <a:ln w="31750">
            <a:solidFill>
              <a:srgbClr val="4A3D8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720840" y="2194560"/>
            <a:ext cx="0" cy="502920"/>
          </a:xfrm>
          <a:prstGeom prst="line">
            <a:avLst/>
          </a:prstGeom>
          <a:noFill/>
          <a:ln w="31750">
            <a:solidFill>
              <a:srgbClr val="2E6E4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274320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432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6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754880" y="274320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7432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+ 9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Bars for Tables and Extras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5A7A"/>
                </a:solidFill>
              </a:rPr>
              <a:t>4 equal bars of 6, plus one extra bar of 9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743200" cy="50292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2743200" cy="50292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11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2743200" cy="50292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51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2743200" cy="502920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4114800" cy="502920"/>
          </a:xfrm>
          <a:prstGeom prst="rect">
            <a:avLst/>
          </a:prstGeom>
          <a:solidFill>
            <a:srgbClr val="2DB8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023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 (extra)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37160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6 = 24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+ 9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33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Translating Words to Symbols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"4 groups of 6, then 9 more"  →  4 × 6 + 9  =  33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find the part that repeats or groups first (usually multiplication), then find what's added, subtracted, or shared afterward.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Watch for Reversing Words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Common Trap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601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"5 less than the product of 8 and 6"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6E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like 'less than' and 'fewer than' REVERSE the order.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A66E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Wrong: 5 − (8 × 6)      Correct: (8 × 6) − 5 = 48 − 5 = 43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554480" y="3977640"/>
            <a:ext cx="60350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3977640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order is correct?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change a story into a math expression.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 picture that shows the math structure.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 groups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groups that have the same amount.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find the value of an expression.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Mira baked 4 batches of 12 muffins and 3 batches of 8 cookies. She gave away 10 treats. How many remain?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Write the expression: (4 × 12) + (3 × 8) − 10.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Multiply first: 4 × 12 = 48, and 3 × 8 = 24.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246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Add: 48 + 24 = 72.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Subtract: 72 − 10 = 62 treats remain.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and evaluate: "the quotient of 56 and 8, increased by 12."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329184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expression +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(56 ÷ 8) + 12 = 7 + 12 = 19.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lesson, you'll use these same translation skills to solve multi-step word problems from start to finish.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expression means "4 more than the product of 3 and 5"?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 × (5 + 4)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51760" y="210312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03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 × 5 + 4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846320" y="210312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103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4 × 5 + 3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040880" y="210312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2103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(3 + 5) × 4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expression means "4 more than the product of 3 and 5"?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 × (5 + 4)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51760" y="210312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03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 × 5 + 4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846320" y="210312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103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4 × 5 + 3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040880" y="210312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2103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(3 + 5) × 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The product of 3 and 5 is 3 × 5. "4 more than" adds 4 afterward: 3 × 5 + 4.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every phrase has a part that repeats or groups -- usually a product -- and a part that just adds or takes away once, and I always translate the grouped part first.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my translation by reading the expression back out loud as words to see if it still matched the original story.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a diagram with equal bars for the repeated part and one different-sized bar for the extra amount.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words like 'less than' or 'fewer than' reverse the order of the numbers, so I always double-check which number comes first in the expression.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writing and matching expressions.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tomorrow you solve multi-step word problems.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5.02.04 Other Ways to Write and Evaluate Expressions — Teacher Slides</dc:title>
  <dc:subject>PptxGenJS Presentation</dc:subject>
  <dc:creator>PptxGenJS</dc:creator>
  <cp:lastModifiedBy>PptxGenJS</cp:lastModifiedBy>
  <cp:revision>1</cp:revision>
  <dcterms:created xsi:type="dcterms:W3CDTF">2026-07-16T19:59:31Z</dcterms:created>
  <dcterms:modified xsi:type="dcterms:W3CDTF">2026-07-16T19:59:31Z</dcterms:modified>
</cp:coreProperties>
</file>