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first -- no exact division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first -- no exact division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estimate the group first, then adjust for the extra.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estimate the group first, then adjust for the extra.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read the story first, then build the expression in the same order the story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the word 'more' does not always mean add first -- read the whole story before writing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mixed fact fluency before layering on word-problem structure. Transition: "Let's use facts like these inside a full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to the full 7-by-9 grid of planted carrots first (that's the multiplication), THEN point to the separate cluster by the gate (that's the addition). The physical layout of the garden matches the expression's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The tape diagram shows the multiplication as one solved chunk and the extra as a smaller chunk attached at the end -- matching the story's order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Watch for: students who see 'more' and immediately add the first two numbers they read, ignoring the grouped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Today's IP includes both of these patterns, and neither matches the lesson's add-after-multiply example -- make sure students see subtraction and combine-then-share before independent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"structure" and "extra"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the two-multiplication chain step by step, narrating why seats are found before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why 15 × 3 is grouped for the repeated Wed-Fri days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5.02.06 -- Word Problems Part 2 builds on today's structure-reading with more complex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add the 5 instead of subtracting, or who try to combine 4 − 5 inside the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add the 5 instead of subtracting, or who try to combine 4 − 5 inside the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5.02 · Word Problems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19 + 22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both factors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19 rounds to 8 × 20 = 160.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22 rounds to 20.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about 180.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Use compatible numbers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is close to 20, an easier number.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20 = 160.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+ 22 is close to 180.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Front-end estimate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19 is a bit less than 8 × 20.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product is a bit less than 160.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22 more, so a bit less than 182.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174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a story has a repeated group plus an extra amount, you...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the multiplication part first -- it's usually the biggest part of the story -- then adjust for the extra amount.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21 + 14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140 — 6 × 21 = 126, then 126 + 14 = 140.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5.02.05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Problems,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2 · Expressions and Order of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MA.5.AR.2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short story and build the one expression that matches its structure.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expression is a math sentence waiting to be read carefully -- the story tells you the order.”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8 = ?      56 ÷ 7 = ?      9 × 6 =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stories will need quick multiplication AND division facts, mixed together.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56 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choose the right expression for a story?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garden has 7 rows of 9 carrots. The gardener plants 18 more near the gate.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9 + 18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63 + 18  =  81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Rows in the Garden, Then the Gate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7 × 9 + 18  —  count the planted rows, then add the extra by the gate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7 rows of 9 carrots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9656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584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87368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21224" y="178308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2728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19656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86584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53512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87368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4296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21224" y="216712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2728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19656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86584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53512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87368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4296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2551176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2728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19656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86584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53512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0440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87368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54296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21224" y="2935224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52728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19656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86584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53512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0440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87368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54296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21224" y="3319272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52728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9656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86584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53512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20440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87368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54296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21224" y="3703320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5800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52728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9656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86584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53512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520440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87368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54296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21224" y="4087368"/>
            <a:ext cx="274320" cy="274320"/>
          </a:xfrm>
          <a:prstGeom prst="ellipse">
            <a:avLst/>
          </a:prstGeom>
          <a:solidFill>
            <a:srgbClr val="E07B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09360" y="1325880"/>
            <a:ext cx="2377440" cy="3200400"/>
          </a:xfrm>
          <a:prstGeom prst="roundRect">
            <a:avLst>
              <a:gd name="adj" fmla="val 384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Gate: 18 extra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492240" y="182880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12280" y="182880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32320" y="182880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52360" y="182880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72400" y="182880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92440" y="182880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92240" y="219456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12280" y="219456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32320" y="219456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52360" y="219456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72400" y="219456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92440" y="219456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92240" y="256032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812280" y="256032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132320" y="256032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52360" y="256032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0" y="256032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92440" y="2560320"/>
            <a:ext cx="237744" cy="237744"/>
          </a:xfrm>
          <a:prstGeom prst="ellipse">
            <a:avLst/>
          </a:prstGeom>
          <a:solidFill>
            <a:srgbClr val="2DB87A"/>
          </a:solidFill>
          <a:ln w="63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Tape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Total carrots = 81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760720" cy="82296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9 = 63 (rows)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1645920" cy="82296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63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274320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7432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+ 18 = 81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Story Order, Not Word Order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9 + 18 = 63 + 18 = 81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find the repeated group first (usually multiplication), then apply whatever happens to it afterward -- add, subtract, or share. The word 'more' does not always mean add FIRST.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 Every Story Adds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Other Patterns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Subtract after multiplying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shelves, 15 books each, 9 checked out.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 × 15) − 9 = 90 − 9 = 81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Combine, then share equally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cans Monday + 32 Tuesday, split into 4 bins.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(48 + 32) ÷ 4 = 80 ÷ 4 = 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71323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062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add, subtract, or divide -- which one fits YOUR story?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how the numbers in a problem fit together.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straight group of items.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an amount added after the main groups.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math phrase.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theater has 12 rows with 18 seats each. Tickets cost $9. The theater sells out. Total revenue?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Find total seats first: 12 × 18 = 216.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Write the full expression: (12 × 18) × 9.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Multiply: 216 × 9 = 1,944.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Answer: $1,944 in ticket revenue.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 reads 25 pages Monday, 30 Tuesday, then 15 pages each day Wed–Fri. Total pages?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expression +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25 + 30 + (15 × 3) = 25 + 30 + 45 = 100 pages.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tackle even longer word problems with more steps and more than one operation pattern combined.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van has 6 rows with 4 seats each. 5 seats are already taken. How many seats are still open?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(6×4)+5=29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(6×4)−5=19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6×(4−5)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6+4−5=5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van has 6 rows with 4 seats each. 5 seats are already taken. How many seats are still open?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(6×4)+5=29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(6×4)−5=19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6×(4−5)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6+4−5=5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Total seats: 6 × 4 = 24. Subtract the 5 already taken: 24 − 5 = 19 open seats.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story has one part that repeats (usually a multiplication) and one part that happens once -- but that 'once' part could be added, subtracted, or shared, so I always read the whole story before deciding.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expression by reading it back as a sentence to make sure it still told the same story I started with.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garden rows as a grid and the extra carrots as a separate little pile by the gate -- two different pictures for two different jobs.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'more' in a story does not always mean 'add first' -- it depends on the story's structure, and I have to check what comes before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writing and solving word problems.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tomorrow's word problems have even more steps.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5.02.05 Word Problems, Part 1 — Teacher Slides</dc:title>
  <dc:subject>PptxGenJS Presentation</dc:subject>
  <dc:creator>PptxGenJS</dc:creator>
  <cp:lastModifiedBy>PptxGenJS</cp:lastModifiedBy>
  <cp:revision>1</cp:revision>
  <dcterms:created xsi:type="dcterms:W3CDTF">2026-07-16T20:01:24Z</dcterms:created>
  <dcterms:modified xsi:type="dcterms:W3CDTF">2026-07-16T20:01:24Z</dcterms:modified>
</cp:coreProperties>
</file>