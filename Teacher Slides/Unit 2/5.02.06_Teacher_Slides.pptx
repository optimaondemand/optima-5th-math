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seconds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seconds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everything inside parentheses resolves before the outside operation.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everything inside parentheses resolves before the outside operation.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compare two expressions and decide which one tells the story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today isn't just building an expression -- it's choosing between two that LOOK similar and proving which one is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mixed fact fluency before layering on multi-step word problems. Transition: "Let's use facts like these inside a full story."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Physically show pencils being bought (5 packs), THEN removed (8 given away), THEN dealt one-by-one into 4 equal table piles. The order of physical actions matches the order of operations in the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Each arrow shows one operation's output feeding into the next -- multiply, then subtract, then divide, in that exact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Watch for: students who divide the ORIGINAL total (60) instead of what's left after subtracting (52).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This mirrors the IP's Comparing Expressions problem directly -- same digits, different parentheses placement, very different results (80 vs 65, a difference of 15). Common error: assuming the two expressions are equal because they use the same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"defend" and "equally" in a sentence about today's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the two-group expression step by step, narrating why each box type is multiplied separately before adding.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both products and the final subtraction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Unit 3 -- decimals build on the same careful, structure-first thinking from this whole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add all four numbers together (3+8+2+6=19), which ignores that these are TWO separate groups, not four loose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add all four numbers together (3+8+2+6=19), which ignores that these are TWO separate groups, not four loose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5.02 · Word Problems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 × 10 − 6) ÷ 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Solve inside first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10 = 40 inside the parentheses.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40 − 6 = 34.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÷ 2 = 17.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Follow the story order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4 groups of 10, minus 6 given away.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what's left before sharing.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split what's left into 2 equal shares.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an expression has parentheses AND something outside, you...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everything inside the parentheses first, in the order the story happens, before doing what's outside.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 × 15 − 9) ÷ 6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6 — 3 × 15 = 45, then 45 − 9 = 36, then 36 ÷ 6 = 6.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5.02.06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Problems, Part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2 · Expressions and Order of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MA.5.AR.2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expressions and defend which one matches a multi-step story.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expression is a math sentence waiting to be read carefully -- and defended.”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8 = ?      56 ÷ 7 = ?      9 × 6 =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stories will need fast, mixed multiplication and division facts, just like these.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answer to 56 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know my expression matches the whole problem?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A teacher buys 5 packs of 12 pencils, gives away 8, then splits the rest equally between 4 tables.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 × 12 − 8) ÷ 4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52 ÷ 4  =  13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Buy, Give Away, Then Deal Out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(5 × 12 − 8) ÷ 4  —  find the total, remove given-away, then deal equally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5 packs × 12 = 60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173736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71016" y="173736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5064" y="173736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73736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73736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4028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224028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71016" y="224028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55064" y="224028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39112" y="224028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224028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74320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" y="274320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71016" y="274320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55064" y="274320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39112" y="274320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274320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24612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" y="324612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71016" y="324612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55064" y="324612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39112" y="324612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324612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74904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" y="374904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71016" y="374904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55064" y="374904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39112" y="374904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3749040"/>
            <a:ext cx="310896" cy="274320"/>
          </a:xfrm>
          <a:prstGeom prst="rect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1280160"/>
            <a:ext cx="2194560" cy="3108960"/>
          </a:xfrm>
          <a:prstGeom prst="roundRect">
            <a:avLst>
              <a:gd name="adj" fmla="val 4167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6E10"/>
                </a:solidFill>
              </a:rPr>
              <a:t>Give away 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9184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60 − 8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52 left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69280" y="128016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Deal into 4 tables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806440" y="182880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18288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315200" y="182880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18288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5806440" y="301752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06440" y="30175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7315200" y="301752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30175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Three-Step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12 = 60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0360" y="2286000"/>
            <a:ext cx="502920" cy="0"/>
          </a:xfrm>
          <a:prstGeom prst="line">
            <a:avLst/>
          </a:prstGeom>
          <a:noFill/>
          <a:ln w="3175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16459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459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60 − 8 = 52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502920" cy="0"/>
          </a:xfrm>
          <a:prstGeom prst="line">
            <a:avLst/>
          </a:prstGeom>
          <a:noFill/>
          <a:ln w="3175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92240" y="16459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6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÷ 4 = 13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0" y="329184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291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table gets 13 pencils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Full Expression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 × 12 − 8) ÷ 4 = 52 ÷ 4 = 13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everything inside the parentheses happens first, in story order. Only what's LEFT gets shared or used outside.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Compare and Defend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Choose the Right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(15 + 5)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 × 20 = 80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Adds first, then multiplies the WHOLE sum by 4.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51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15 + 5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60 + 5 = 65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Multiplies first, then adds only the 5 -- NOT the whole sum.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37947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7947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one is greater, and by how much?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explain why your choice makes sense.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what is left after sharing equally.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with the same amount in each group.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math phrase.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bakery packs 6 muffins per small box and 12 per large box: 8 small boxes, 5 large boxes. Total muffins?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Write the expression: (6 × 8) + (12 × 5).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Multiply each part: 6 × 8 = 48, and 12 × 5 = 60.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Add the two totals: 48 + 60 = 108.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Answer: 108 muffins total.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 cost $2, notebooks cost $3. Kai buys 4 pens and 5 notebooks. How much change from $30?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expression +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FDD"/>
                </a:solidFill>
              </a:rPr>
              <a:t>Answer: 30 − (4×2 + 5×3) = 30 − (8+15) = 30 − 23 = $7 change.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mastered expressions and order of operations. Next unit, you'll use this same careful, step-by-step thinking to work with decimals.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expression matches: "3 tables of 8 students and 2 tables of 6 students"?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(3×8)+(2×6)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0" y="21031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3+8+2+6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3×8×2×6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expression matches: "3 tables of 8 students and 2 tables of 6 students"?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(3×8)+(2×6)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0" y="21031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3+8+2+6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3×8×2×6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Each type of table must be multiplied separately, then the two totals added: (3×8) + (2×6) = 24 + 12 = 36.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when two expressions use the same numbers but different parentheses, they almost always give different answers -- so I never assume they're equal without checking.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both expressions by evaluating each one completely and comparing the final values side by side.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pencils being bought, then some taken away, then the rest dealt out evenly -- three pictures, in that exact order.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to defend an expression, I have to show that every operation in it does the same job the story describes, in the same order.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comparing and defending expressions.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Unit 3 begins work with decimals.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5.02.06 Word Problems, Part 2 — Teacher Slides</dc:title>
  <dc:subject>PptxGenJS Presentation</dc:subject>
  <dc:creator>PptxGenJS</dc:creator>
  <cp:lastModifiedBy>PptxGenJS</cp:lastModifiedBy>
  <cp:revision>1</cp:revision>
  <dcterms:created xsi:type="dcterms:W3CDTF">2026-07-16T20:03:15Z</dcterms:created>
  <dcterms:modified xsi:type="dcterms:W3CDTF">2026-07-16T20:03:15Z</dcterms:modified>
</cp:coreProperties>
</file>