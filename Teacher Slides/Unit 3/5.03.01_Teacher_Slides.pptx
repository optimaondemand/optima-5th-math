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 why 25 looks tempting.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 why 25 looks tempting.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multiplication means repeated groups, so it grows fast.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multiplication means repeated groups, so it grows fast.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split 14 trays into 10 trays and 4 trays to make 23 × 14 easier to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we are not skipping to an answer -- we are building a picture of 14 trays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multiply by 10 and by a single digit before combining them. Transition: "Let's see how splitting 14 into 10 and 4 helps us multiply by a bigger number."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same 14 trays, just organized into two easier chunks -- 10 trays and 4 trays. Say out loud: "We are not imagining the groups, we are counting them in the picture."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The two boxes are the same two chunks from the tray picture, now written as partial products. Adding them gives the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this works for any 2-digit factor. Watch for: students who add the partial products incorrectly by misaligning place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"partial product" in a sentence about the tray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31 × 12 step by step, narrating the split-and-combine every time. This matches the IP's area model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 fill (2 min) -- closes IP problem 5, which asks students to compare an estimate to the exact product and reason about rounding direction. Common error: forgetting that rounding both factors up makes the estimate an overestimate.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split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5.03.02 -- same partial products, written as the standard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the factors (79) instead of multiplying, or who misalign a partial product's place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the factors (79) instead of multiplying, or who misalign a partial product's place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5.03 · 2-Digit Multiplication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× 13  =  25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see two numbers and just add them.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+ 13 = 25, so this feels familiar.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 sign is a multiplication sign, not addition.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 means groups, not adding.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× 13 means 13 groups of 12.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product is 156 — far larger than 25.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 I multiply two 2-digit numbers, the product should be...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 builds groups of a size, so the product is usually much larger than either factor — never just their sum.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× 11  =  25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False — 14 × 11 = 154, not 25. Adding the factors is not the same as multiplying them.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5.03.01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a 2-Digit Number,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3 · Larger Multiplication and Division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visual model to split a 2-digit factor into tens and ones, then combine the two partial products to multiply.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picture should show what the numbers are doing.”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23 × 10? What is 23 × 4?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know 23 × 10 and 23 × 4, how could you find 23 × 14?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23 × 10 and 23 × 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garden team plants 14 trays. Each tray holds 23 seedlings. How can breaking 14 into 10 and 4 make this easier to see?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The picture will show what each number means before we calculate.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14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(14 trays of 23 seedlings)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14 Trays Split Into Chunks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23 × 14 = 14 trays of 23 seedlings — split into 10 trays and 4 more trays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10 trays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9848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45336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20824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0824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96312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71800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47288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22776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98264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73752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23 × 10 = 230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14173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4 more trays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15000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0488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65976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65976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41464" y="1828800"/>
            <a:ext cx="402336" cy="1005840"/>
          </a:xfrm>
          <a:prstGeom prst="roundRect">
            <a:avLst>
              <a:gd name="adj" fmla="val 11364"/>
            </a:avLst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1464" y="1828800"/>
            <a:ext cx="402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23 × 4 = 92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337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two chunks together: 230 + 92 = 322 seedlings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Partial Products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14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10 = 230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from the 10 trays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2402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77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4 = 92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from the 4 trays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230 + 92 = 322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Split-and-Combine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× 14 = (23 × 10) + (23 × 4) = 230 + 92 = 322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split the 2-digit factor into tens and ones, multiply each part, then add the two partial products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being multiplied.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multiplication.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product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smaller product that helps make the total.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set with the same amount.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31 × 12 using the area model.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Split 12 into 10 trays and 2 more trays.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10 trays of 31: 31 × 10 = 310.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2 more trays of 31: 31 × 2 = 62.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Combine: 310 + 62 = 372.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Gap Fill: Use an Estimate to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estimates 48 × 31 by rounding: 50 × 30 = 1,500.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Actual product: 48 × 31 = (48 × 30) + (48 × 1) = 1,440 + 48 = 1,488.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1,488 is close to the estimate of 1,500 — reasonable!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Since both factors rounded up, the estimate is a little larger than the exact answer.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39776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9776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was Atlas correct?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34 × 16.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544 — (34 × 10) + (34 × 6) = 340 + 204 = 544.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the same split-and-combine idea gets recorded with the standard written algorithm -- same math, shorter notation.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× 23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1,288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1,168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1,328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× 23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1,288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1,168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1,328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56 × 23 = (56 × 20) + (56 × 3) = 1,120 + 168 = 1,288.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splitting 14 into 10 and 4 turns one hard problem into two easy ones -- multiplying by 10 and multiplying by 4.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adding the partial products in a different order: 92 + 230 still gives 322. The order doesn't change the total.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trays lined up in two groups -- a big group of 10 and a small group of 4 -- sitting side by side.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23 × 14 equals the sum of two partial products, 23 × 10 and 23 × 4.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area model and partial products.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the split-and-combine idea becomes the standard algorithm.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5.03.01 Multiplying by a 2-Digit Number, Part 1 — Teacher Slides</dc:title>
  <dc:subject>PptxGenJS Presentation</dc:subject>
  <dc:creator>PptxGenJS</dc:creator>
  <cp:lastModifiedBy>PptxGenJS</cp:lastModifiedBy>
  <cp:revision>1</cp:revision>
  <dcterms:created xsi:type="dcterms:W3CDTF">2026-07-16T19:44:44Z</dcterms:created>
  <dcterms:modified xsi:type="dcterms:W3CDTF">2026-07-16T19:44:44Z</dcterms:modified>
</cp:coreProperties>
</file>