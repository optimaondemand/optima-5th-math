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WODB warm-up (2 min). Give a minute of think time -- every item can be defended, so listen for varied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WODB warm-up (2 min). Give a minute of think time -- every item can be defended, so listen for varied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today's vocabulary: basic fact and place value.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today's vocabulary: basic fact and place value.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move place-value disks to the right and watch the value change one place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dividing by 10 is the disk-slide from lesson 5.01, now running in the opposite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the basic fact before layering on the place-value shift. Transition: "Let's see what happens to 2,400 stickers when we divide by 10."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out: same 2, 4 disks -- they only changed which column they sit in. Say out loud: "the 2 disk used to be worth 2,000; now it's worth 200."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Every column grows from the same basic fact, 24 ÷ 6 = 4. The zeros carry the place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the shortcut works because of place value, not because zeros are magic. Watch for: students who cancel zeros incorrectly across dividend and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"shift right" in a sentence about today's disk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3,600 ÷ 40 step by step, matching the IP's basic-fact pattern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fill (2 min) -- closes IP problem 3, which tests remainders with multiples of ten. Common error: students report the remainder from the basic fact (5) instead of the true remainder (50).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name the basic fact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5.03.04 -- dividing by any 2-digit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cancel the wrong number of zeros and land on 9 or 900 instead of 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cancel the wrong number of zeros and land on 9 or 900 instead of 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5.03 · Dividing by Multiples of Ten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560 ÷ 80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 ÷ 60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÷ 70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÷ 8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560 ÷ 80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Divides by a 2-digit multiple of ten -- quotient is 7.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 ÷ 60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Divides by a 2-digit multiple of ten -- quotient is 7.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÷ 70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Divides by a 2-digit multiple of ten -- quotient is 5, the only one that doesn't equal 7.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÷ 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basic fact with no extra zeros -- but it also equals 7, matching two others.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these connects to a basic fact -- the basic fact tells you the digits, and the zeros tell you the place value.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 ÷ 90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 ÷ 80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810 ÷ 90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÷ 9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5.03.03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by a Multiple of Ten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3 · Larger Multiplication and Division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place-value model to divide by 10, 100, and 1,000, and connect the answer to a basic division fact.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picture should show what the numbers are doing.”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24 ÷ 6?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could 24 ÷ 6 help you solve 240 ÷ 60?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24 ÷ 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has 2,400 stickers shared into 10 equal prize bins. What happens to the value of each digit when we divide by 10?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Watch the disks move -- don't just say "move the decimal."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 ÷ 10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(prize stickers shared into 10 bins)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Disks Slide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2,400 (before)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914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2,400 ÷ 10 = 240 (every disk slides one place right)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811530" cy="320040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417320"/>
            <a:ext cx="81153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17320"/>
            <a:ext cx="811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THOUSANDS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0125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6157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81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71650" y="1417320"/>
            <a:ext cx="811530" cy="320040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1417320"/>
            <a:ext cx="811530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1650" y="1417320"/>
            <a:ext cx="811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HUNDREDS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48815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4847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8815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04847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1650" y="4251960"/>
            <a:ext cx="81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20340" y="1417320"/>
            <a:ext cx="811530" cy="320040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20340" y="1417320"/>
            <a:ext cx="81153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0340" y="1417320"/>
            <a:ext cx="811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20340" y="4251960"/>
            <a:ext cx="81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69030" y="1417320"/>
            <a:ext cx="811530" cy="3200400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69030" y="1417320"/>
            <a:ext cx="81153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9030" y="1417320"/>
            <a:ext cx="8115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69030" y="4251960"/>
            <a:ext cx="81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1417320"/>
            <a:ext cx="1127760" cy="3200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1417320"/>
            <a:ext cx="1127760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417320"/>
            <a:ext cx="112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HUNDREDS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73040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29072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251960"/>
            <a:ext cx="112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02680" y="1417320"/>
            <a:ext cx="1127760" cy="3200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02680" y="1417320"/>
            <a:ext cx="112776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2680" y="1417320"/>
            <a:ext cx="112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9944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65976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22008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65976" y="225856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2680" y="4251960"/>
            <a:ext cx="112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67600" y="1417320"/>
            <a:ext cx="1127760" cy="3200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67600" y="1417320"/>
            <a:ext cx="112776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67600" y="1417320"/>
            <a:ext cx="112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67600" y="4251960"/>
            <a:ext cx="112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Basic Fact, Bigger Numbers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fact:  24 ÷ 6 = 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÷ 60 = 40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 ÷ 60 = 40 × 10 = 400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24,000 ÷ 60 = 400 × 10 = 4,000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The digits 2 and 4 stay the same -- only the number of zeros changes the size of the quotient.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Basic-Fact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 ÷ 10 = 240      2,400 ÷ 100 = 24      2,400 ÷ 1,000 = 2.4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find the basic fact hiding in the numbers, then use the extra zeros in the dividend and divisor to place the digits correctly.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value a digit has because of its place.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by 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make each value one-tenth as large.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right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move to the next smaller place.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one-tenth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equal part when something is split into 10.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3,600 ÷ 40.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Basic fact hiding inside: 36 ÷ 4 = 9.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3,600 has two extra zeros; 40 has one extra zero.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Cancel one zero from each: 360 ÷ 4 = 90.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Product: 3,600 ÷ 40 = 90.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Gap Fill: Remainders with Multiples of Ten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530 ÷ 60.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Basic fact: 53 ÷ 6 = 8 R 5.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8 groups of 60 = 480. 530 − 480 = 50 left over.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530 ÷ 60 = 8 R 50 -- the remainder keeps its original place value, it does not shrink like the quotient.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4,500 ÷ 90.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50 — basic fact 45 ÷ 9 = 5, then 450 ÷ 9 = 50.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we divide by a 2-digit number that is not a multiple of ten -- we'll build equal groups to find the quotient.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5,400 ÷ 60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9,000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5,400 ÷ 60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9,000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The basic fact is 54 ÷ 6 = 9. With one extra zero remaining after cancelling, 5,400 ÷ 60 = 90.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digits in the quotient never change -- only how many zeros follow them changes with the size of the numbers.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multiplying my quotient back by the divisor. 90 × 60 = 5,400, so my answer checks out.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disks sliding right into smaller columns -- fewer zeros left standing after each slide.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dividing by a multiple of ten shifts each digit's place value to a smaller place.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dividing by multiples of ten.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we divide by a 2-digit number that isn't a multiple of ten.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5.03.03 Dividing by a Multiple of Ten — Teacher Slides</dc:title>
  <dc:subject>PptxGenJS Presentation</dc:subject>
  <dc:creator>PptxGenJS</dc:creator>
  <cp:lastModifiedBy>PptxGenJS</cp:lastModifiedBy>
  <cp:revision>1</cp:revision>
  <dcterms:created xsi:type="dcterms:W3CDTF">2026-07-16T19:48:35Z</dcterms:created>
  <dcterms:modified xsi:type="dcterms:W3CDTF">2026-07-16T19:48:35Z</dcterms:modified>
</cp:coreProperties>
</file>