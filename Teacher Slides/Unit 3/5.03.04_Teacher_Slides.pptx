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 First warm-up (2 min). Collect a range of estimates before revealing the exact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 First warm-up (2 min). Collect a range of estimates before revealing the exact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rule: estimate first, then build groups to confirm.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rule: estimate first, then build groups to confirm.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build groups of 21 until the 84 total is used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the quotient is not shown first -- we build the groups and let the model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students can estimate with friendly numbers before dividing by an exact 2-digit divisor. Transition: "Let's build the real groups of 21."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Build one group at a time on the board, counting down the bags left: 84, 63, 42, 21, 0. Say out loud: "we made 4 full groups."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This tape-diagram view matches the IP's practice picture for 96 ÷ 24 -- four equal bars filling the whole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Emphasize the check step -- multiply back to confirm. Watch for: students who guess a quotient without verifying it against the divisor.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Have students label the divisor and quotient on the group-building picture from the concrete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91 ÷ 13, always estimating first, then building or checking with multiplication -- matches the IP's estimate-then-divide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fill (2 min) -- closes IP problem 3, which tests division with remainders. Common error: forgetting to check that the remainder is smaller than the divisor.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explain how they estimated before revealing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5.03.05 -- chunking with a 3-digit dividend.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add instead of divide (112), or who miscount the number of groups they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add instead of divide (112), or who miscount the number of groups they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5.03 · Dividing 2-Digit by 2-Digit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 ÷ 21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Don't calculate exactly yet -- what's your best estimate?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 the Estimate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Estimate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Round both numbers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 rounds to 80.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rounds to 20.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÷ 20 = 4.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Use compatible numbers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 is close to 80.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is close to 20.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÷ 20 = 4.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Think multiplication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times 21 is close to 84?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× 4 = 84.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quotient is near 4.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Exact answer: 84 ÷ 21 = 4 exactly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Before dividing by a 2-digit number, I should...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first using a nearby friendly number, then build or check equal groups to find the exact quotient.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÷ 24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828800" y="37947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7947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estimate + exact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4 — 96 rounds to 100, 24 rounds to 25, and 100 ÷ 25 = 4, matching the exact quotient.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5.03.04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a 2-Digit Number by a 2-Digit Number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3 · Larger Multiplication and Division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MA.5.NSO.2.4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equal groups of a 2-digit divisor to find how many groups fit inside a 2-digit dividend.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picture should show what the numbers are doing.”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groups of 20 fit inside 80?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could that help you estimate 84 ÷ 21?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groups of 20 in 80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are 84 trail mix bags. Each hiking team gets 21 bags. How many groups of 21 fit inside 84?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Build groups of 21 until the bags run out.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 ÷ 21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(84 trail mix bags, teams of 21)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Building Groups of 21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84 total bags — each click below builds one group of 21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1874520" cy="24688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813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6B9A"/>
                </a:solidFill>
              </a:rPr>
              <a:t>Group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1874520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874520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3856" y="1874520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1874520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9344" y="1874520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1874520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84832" y="1874520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112264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2112264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3856" y="2112264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2112264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9344" y="2112264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47088" y="2112264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84832" y="2112264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2350008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2350008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33856" y="2350008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2350008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9344" y="2350008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47088" y="2350008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84832" y="2350008"/>
            <a:ext cx="182880" cy="182880"/>
          </a:xfrm>
          <a:prstGeom prst="ellipse">
            <a:avLst/>
          </a:prstGeom>
          <a:solidFill>
            <a:srgbClr val="3A6B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7A"/>
                </a:solidFill>
              </a:rPr>
              <a:t>21 bags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51760" y="1417320"/>
            <a:ext cx="1874520" cy="24688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14813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B87A"/>
                </a:solidFill>
              </a:rPr>
              <a:t>Group 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61488" y="1874520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99232" y="1874520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36976" y="1874520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0" y="1874520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12464" y="1874520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50208" y="1874520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87952" y="1874520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61488" y="2112264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99232" y="2112264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36976" y="2112264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0" y="2112264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12464" y="2112264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50208" y="2112264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87952" y="2112264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61488" y="2350008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99232" y="2350008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36976" y="2350008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74720" y="2350008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12464" y="2350008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950208" y="2350008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87952" y="2350008"/>
            <a:ext cx="182880" cy="182880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7A"/>
                </a:solidFill>
              </a:rPr>
              <a:t>21 bags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54880" y="1417320"/>
            <a:ext cx="1874520" cy="24688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14813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41A"/>
                </a:solidFill>
              </a:rPr>
              <a:t>Group 3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864608" y="1874520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02352" y="1874520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40096" y="1874520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77840" y="1874520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15584" y="1874520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53328" y="1874520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91072" y="1874520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64608" y="2112264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02352" y="2112264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40096" y="2112264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577840" y="2112264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5584" y="2112264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53328" y="2112264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91072" y="2112264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64608" y="2350008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102352" y="2350008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340096" y="2350008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577840" y="2350008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15584" y="2350008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53328" y="2350008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91072" y="2350008"/>
            <a:ext cx="182880" cy="182880"/>
          </a:xfrm>
          <a:prstGeom prst="ellipse">
            <a:avLst/>
          </a:prstGeom>
          <a:solidFill>
            <a:srgbClr val="D994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4632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7A"/>
                </a:solidFill>
              </a:rPr>
              <a:t>21 bags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858000" y="1417320"/>
            <a:ext cx="1874520" cy="24688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949440" y="14813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Group 4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967728" y="1874520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205472" y="1874520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43216" y="1874520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680960" y="1874520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918704" y="1874520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156448" y="1874520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394192" y="1874520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967728" y="2112264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205472" y="2112264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43216" y="2112264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680960" y="2112264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18704" y="2112264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156448" y="2112264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394192" y="2112264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967728" y="2350008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205472" y="2350008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43216" y="2350008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680960" y="2350008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918704" y="2350008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156448" y="2350008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394192" y="2350008"/>
            <a:ext cx="182880" cy="182880"/>
          </a:xfrm>
          <a:prstGeom prst="ellipse">
            <a:avLst/>
          </a:prstGeom>
          <a:solidFill>
            <a:srgbClr val="6B3F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94944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7A"/>
                </a:solidFill>
              </a:rPr>
              <a:t>21 bags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4 groups of 21 = 84 -- all bags used, no leftovers. 84 ÷ 21 = 4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Groups Fit Inside the Total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96 total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F5F5F8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874520" cy="12801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24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14600" y="192024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F5F5F8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920240"/>
            <a:ext cx="1874520" cy="1280160"/>
          </a:xfrm>
          <a:prstGeom prst="rect">
            <a:avLst/>
          </a:prstGeom>
          <a:solidFill>
            <a:srgbClr val="2DB8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92024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F5F5F8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920240"/>
            <a:ext cx="1874520" cy="1280160"/>
          </a:xfrm>
          <a:prstGeom prst="rect">
            <a:avLst/>
          </a:prstGeom>
          <a:solidFill>
            <a:srgbClr val="D994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92024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629400" y="192024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F5F5F8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1920240"/>
            <a:ext cx="1874520" cy="1280160"/>
          </a:xfrm>
          <a:prstGeom prst="rect">
            <a:avLst/>
          </a:prstGeom>
          <a:solidFill>
            <a:srgbClr val="6B3F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92024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204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96 ÷ 24 = 4 — four bars of 24 fill the whole total with nothing left over.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Equal-Groups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 ÷ 21 = 4      96 ÷ 24 = 4      91 ÷ 13 = 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the quotient tells how many equal groups of the divisor fit inside the dividend. Check by multiplying the quotient by the divisor.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amount being divided.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size of each group.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quotient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number of groups.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groups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groups with the same amount.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91 ÷ 13.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Estimate: 91 is close to 90, 13 is close to 15 -- 90 ÷ 15 = 6.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Build groups of 13: 13, 26, 39, 52, 65, 78, 91.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That took 7 groups -- 91 ÷ 13 = 7.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Check: 7 × 13 = 91. Correct!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Gap Fill: Dividing with Remainders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95 ÷ 14.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Build groups of 14: 14, 28, 42, 56, 70, 84 -- that's 6 groups using 84.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95 − 84 = 11 left over -- not enough for another full group of 14.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95 ÷ 14 = 6 R 11.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Check: (6 × 14) + 11 = 84 + 11 = 95. Correct!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78 ÷ 13.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6 — 6 groups of 13 make 78, with nothing left over.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the dividend grows to 3 digits -- instead of building every group one at a time, we'll remove bigger helpful chunks.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÷ 16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112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÷ 16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112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6 groups of 16 make 96 exactly: 6 × 16 = 96, so 96 ÷ 16 = 6.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same divisor keeps getting added over and over until it matches the total -- that repeated add is really the divide.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my quotient by multiplying it back by the divisor. If it doesn't match the dividend, I know I built the wrong number of groups.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bags stacking into equal piles until there's nothing left to stack.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the quotient is the number of equal groups of the divisor that fit inside the dividend.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dividing 2-digit by 2-digit numbers.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we divide a 3-digit number by removing bigger chunks.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5.03.04 Divide a 2-Digit Number by a 2-Digit Number — Teacher Slides</dc:title>
  <dc:subject>PptxGenJS Presentation</dc:subject>
  <dc:creator>PptxGenJS</dc:creator>
  <cp:lastModifiedBy>PptxGenJS</cp:lastModifiedBy>
  <cp:revision>1</cp:revision>
  <dcterms:created xsi:type="dcterms:W3CDTF">2026-07-16T19:50:55Z</dcterms:created>
  <dcterms:modified xsi:type="dcterms:W3CDTF">2026-07-16T19:50:55Z</dcterms:modified>
</cp:coreProperties>
</file>