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 before comparing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 before comparing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rule: big chunks save time but must still be exact multiples of the divisor.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rule: big chunks save time but must still be exact multiples of the divisor.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remove chunks of 12 and keep track of how many groups we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a chunk can be any number of groups, as long as it's easy to subtract.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find easy multiples of 12 before chunking a 3-digit total. Transition: "Let's remove those chunks from 156 index cards."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Each colored bar shrinks the amount left. Track the running total of groups: 5, then 10, then 13. Say out loud: "we removed 13 groups of 12 total."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This is the written notebook version of the bars from the concrete slide -- same chunks, written as subtraction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chunk size is flexible -- any exact multiple works. Watch for: students who remove a chunk that is not an exact multiple of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Have students point out a "partial quotient" on the written record from the pictorial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195 ÷ 13 by chunks, matching the IP's 3-digit by 2-digit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fill (2 min) -- closes IP problem 5, which asks students to adjust an overestimated chunk. Common error: giving up instead of trying a smaller chunk.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describe which chunks they removed before revealing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5.03.06 -- linking chunks to written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subtract instead of dividing (208), or who forget to add both partial quotients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subtract instead of dividing (208), or who forget to add both partial quotients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5.03 · Chunking a 3-Digit Dividend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 ÷ 12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Remove one group at a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156 − 12 = 144.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144 − 12 = 132...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but it works.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Remove a big chunk first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10 groups: 120.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156 − 120 = 36 left.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÷ 12 = 3 more groups.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Think multiplication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times 12 is close to 156?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× 13 = 156.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 is 13.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a chunk is easy to multiply, I should...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a big helpful chunk first is faster than removing one group at a time, and it gives the same quotient.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 ÷ 8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23 — remove 20 groups of 8 (160), then 3 more groups of 8 (24), for 23 groups total.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5.03.05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a 3-Digit Number by a 2-Digit Number, Part 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3 · Larger Multiplication and Division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equal chunks from a 3-digit dividend to find the quotient, choosing helpful chunk sizes.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picture should show what the numbers are doing.”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10 groups of 12? What is 3 groups of 12?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remove both chunks from 156, how many groups of 12 have you used?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10 groups and 3 groups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teacher has 156 index cards. Each review packet needs 12 cards. How can we divide 156 by taking away helpful groups of 12?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Remove chunks of 12 and keep track of how many groups you used.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 ÷ 12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(156 index cards, packets of 12)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Take Away Equal Chunks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156 index cards -- remove chunks made of groups of 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3A6B9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156 left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943600" cy="685800"/>
          </a:xfrm>
          <a:prstGeom prst="roundRect">
            <a:avLst>
              <a:gd name="adj" fmla="val 13333"/>
            </a:avLst>
          </a:prstGeom>
          <a:solidFill>
            <a:srgbClr val="2DB87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Remove 5 groups of 12 = 60  →  96 left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685800"/>
          </a:xfrm>
          <a:prstGeom prst="roundRect">
            <a:avLst>
              <a:gd name="adj" fmla="val 13333"/>
            </a:avLst>
          </a:prstGeom>
          <a:solidFill>
            <a:srgbClr val="D9941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08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Remove 5 more groups = 60  →  36 left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6B3FA0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1363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Remove 3 groups = 36  →  0 left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88620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913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 + 5 + 3 = 13 groups.  156 ÷ 12 = 13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The Written Record of Chunks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97280"/>
            <a:ext cx="73152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234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 ÷ 12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5 groups: 5 × 12 = 60.  156 − 60 = 96 left.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5 more groups: 5 × 12 = 60.  96 − 60 = 36 left.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3 groups: 3 × 12 = 36.  36 − 36 = 0 left.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337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groups: 5 + 5 + 3 = 13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Chunking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 ÷ 12 = 13   (5 + 5 + 3 groups)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remove any helpful chunk that is an exact multiple of the divisor, keep a running total of the groups used, and add them when the dividend reaches zero.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helpful amount removed during division.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quotient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part of the final quotient.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what is left after a chunk is removed.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remainder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nothing is left over.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195 ÷ 13.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Estimate: 195 ÷ 13 is close to 200 ÷ 13, about 15.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Remove 10 groups: 130. 195 − 130 = 65 left.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Remove 5 groups: 65. 65 − 65 = 0 left.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Total groups: 10 + 5 = 15. 195 ÷ 13 = 15.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Gap Fill: Adjust When a Chunk Is Too Big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Sophia tries 10 groups of 32 for 288 ÷ 32. 10 × 32 = 320 -- too big!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320 is more than 288, so 10 groups doesn't fit.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Try a smaller chunk: 8 groups of 32 = 256. 288 − 256 = 32 left.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That 32 left is exactly 1 more group of 32.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Total: 8 + 1 = 9 groups. 288 ÷ 32 = 9.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315 ÷ 21.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15 — remove 10 groups (210), then 5 more groups (105), for 15 total.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we link every chunk we remove directly to the written long-division record, so the notes match the model exactly.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 ÷ 16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14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16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 ÷ 16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14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Remove 10 groups of 16 = 160. 224 − 160 = 64 left. Remove 4 more groups of 16 = 64. Total: 10 + 4 = 14.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a bigger chunk isn't always better -- it just has to be an exact multiple of the divisor, or the subtraction won't come out even.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my total by multiplying the quotient by the divisor. 13 × 12 = 156, so my chunks were correct.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total shrinking bar by bar, like watching a tank empty out one scoop at a time.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each chunk removed is a partial quotient, and the partial quotients add up to the final quotient.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dividing 3-digit by 2-digit numbers.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the chunks connect directly to the written long-division record.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5.03.05 Divide a 3-Digit Number by a 2-Digit Number, Part 1 — Teacher Slides</dc:title>
  <dc:subject>PptxGenJS Presentation</dc:subject>
  <dc:creator>PptxGenJS</dc:creator>
  <cp:lastModifiedBy>PptxGenJS</cp:lastModifiedBy>
  <cp:revision>1</cp:revision>
  <dcterms:created xsi:type="dcterms:W3CDTF">2026-07-16T19:52:08Z</dcterms:created>
  <dcterms:modified xsi:type="dcterms:W3CDTF">2026-07-16T19:52:08Z</dcterms:modified>
</cp:coreProperties>
</file>