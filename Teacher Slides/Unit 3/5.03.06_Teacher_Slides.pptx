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time, thumbs up/down, then discuss why some think there's a remainder.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time, thumbs up/down, then discuss why some think there's a remainder.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rule: the written record mirrors every chunk removed, and a remainder must be smaller than the divisor.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rule: the written record mirrors every chunk removed, and a remainder must be smaller than the divisor.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remove chunks of 24 from 168 and watch the written record fill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the written record is not a separate step -- it is a running log of the chunks.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students can find easy multiples of 24 before writing the full record. Transition: "Let's write down every chunk we remove from 168 screws."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Point back and forth: every shrinking bar has a matching line in the written record. Say out loud: "the record is just notes about what the bar did."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This matches the IP's practice picture for 192 ÷ 24 -- same 5-then-3 chunk pattern written as a clean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Emphasize the check step every time -- it catches chunk-counting errors immediately. Watch for: students who skip the check and miscount partial quotients.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Have students point to the "check" step on the abstract slide's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414 ÷ 18, always finishing with the multiplication check -- matches the IP's check-with-multiplication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fill (2 min) -- closes IP problem 5, which asks students to reason about how a remainder should be handled in context. Common error: assuming the remainder must always be dropped or always rounded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walk through their chunk record and check before revealing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5.03.07 -- large chunks for a large dividend.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report a remainder equal to or larger than the divisor -- that always signals one more group is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report a remainder equal to or larger than the divisor -- that always signals one more group is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5.03 · Written Record of Chunks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 ÷ 24 = 7 R 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Is this true or false? Be ready to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Prove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True or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Some students think TRUE because…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5 groups of 24 = 120.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168 − 120 = 48 left.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2 more groups of 24 = 48.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+ 2 = 7 groups, nothing left over.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Some students think FALSE because…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students think there must be a remainder because the numbers look uneven.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168 divides evenly by 24 -- not every division has a remainder.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Check: 7 × 24 = 168. It matches exactly.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The written record of a division problem should always show...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written division record should show every chunk removed and the running total of groups, and the check is multiplying the quotient by the divisor.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 ÷ 24 = 7 R 24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true or false?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False — 192 ÷ 24 = 8 R 0. A remainder can never be equal to or larger than the divisor; 24 would need one more full group.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5.03.06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a 3-Digit Number by a 2-Digit Number, Part 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3 · Larger Multiplication and Division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MA.5.NSO.2.4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the chunks removed during division to a clear written record, including checking with multiplication.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written work should match the chunks you removed.”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5 groups of 24? What is 2 groups of 24?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remove both chunks from 168, what is left?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5 groups and 2 groups of 24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robotics club has 168 screws. Each robot kit needs 24 screws. How can the written work record the chunks we removed?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Every chunk we remove gets a line in the written record.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 ÷ 24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(168 screws, kits of 24)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Bar Shrinks, Record Grows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168 screws -- the bar shows what is left, the record keeps track of chunks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Visual bar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3A6B9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74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168 left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2DB87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14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Remove 5 groups → 48 left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D9941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54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Remove 2 → 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Written record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9202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168.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5 groups of 24 = 120.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168 − 120 = 48 left.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2 groups of 24 = 48.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48 − 48 = 0 left.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5 + 2 = 7 groups.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Matching Chunks to Lines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 ÷ 24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5 groups: 5 × 24 = 120.   192 − 120 = 72 left.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3 groups: 3 × 24 = 72.   72 − 72 = 0 left.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groups: 5 + 3 = 8.   192 ÷ 24 = 8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Written Record +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 ÷ 24 = 7      Check: 7 × 24 = 168 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the written record should list each chunk and the amount left, and the last line should always be checked by multiplying the quotient by the divisor.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record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notes that show each chunk removed.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quotient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one part of the quotient left.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amount not used yet.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multiply to see if the quotient works.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414 ÷ 18 and check your answer.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Remove 20 groups: 20 × 18 = 360. 414 − 360 = 54 left.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Remove 3 groups: 3 × 18 = 54. 54 − 54 = 0 left.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Total: 20 + 3 = 23. Quotient = 23.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Check: 23 × 18 = 414. Correct!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Gap Fill: What a Remainder Means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Leo divides 560 sandwiches among 24 tables: 23 R 8.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Leo says each table gets 23 and the 8 extras are wasted.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In real life, a remainder doesn't have to be thrown away.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834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The 8 extra sandwiches could be split as partial servings, or given to some tables as a bonus.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The math (23 R 8) is correct -- how we handle the remainder is a choice, not a rule.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437 ÷ 19.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23 R 0 — check: 23 × 19 = 437.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the dividend grows to 4 digits -- one large chunk removed first can save a lot of time.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526 ÷ 23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22 R 20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01752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23 R 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20 R 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223760" y="2103120"/>
            <a:ext cx="9144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103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22 R 23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526 ÷ 23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22 R 20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01752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23 R 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20 R 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223760" y="2103120"/>
            <a:ext cx="9144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103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22 R 23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Remove 20 groups of 23 = 460. 526 − 460 = 66 left. Remove 2 more groups of 23 = 46. 66 − 46 = 20 left, not enough for another group. Total: 20 + 2 = 22, remainder 20.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written record is really just a running log -- every line matches a chunk removed from the bar.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always check by multiplying the quotient by the divisor and adding the remainder. If it doesn't match the dividend, I know I miscounted a chunk.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bar shrinking with each chunk, like watching a tally mark added every time a group comes off.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a remainder must always be smaller than the divisor, or another full group still fits.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3-digit by 2-digit division with remainders.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one large chunk speeds up dividing a 4-digit number.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5.03.06 Divide a 3-Digit Number by a 2-Digit Number, Part 2 — Teacher Slides</dc:title>
  <dc:subject>PptxGenJS Presentation</dc:subject>
  <dc:creator>PptxGenJS</dc:creator>
  <cp:lastModifiedBy>PptxGenJS</cp:lastModifiedBy>
  <cp:revision>1</cp:revision>
  <dcterms:created xsi:type="dcterms:W3CDTF">2026-07-16T19:53:49Z</dcterms:created>
  <dcterms:modified xsi:type="dcterms:W3CDTF">2026-07-16T19:53:49Z</dcterms:modified>
</cp:coreProperties>
</file>