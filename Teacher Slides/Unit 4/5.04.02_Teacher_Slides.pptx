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Ask for estimates only -- no exact answers yet. Collect a range of guesses before revealing 5/6.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Ask for estimates only -- no exact answers yet. Collect a range of guesses before revealing 5/6.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same-size pieces, not just 'find a big number.'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same-size pieces, not just 'find a big number.'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resize fraction pieces so we can add them fairly.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we are not adding numerators and denominators separately -- we are resizing pieces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students can already find equivalent fractions and multiples before adding unlike fractions. Transition: "What if we need to add halves and thirds together?"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Physically re-cut each strip into sixths on the board. Say out loud: "the amount didn't change, only how many pieces we cut it into."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Point at the combined strip -- 5 of the 6 pieces are shaded. Only the numerators combine; the denominator (piece size) stays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the shortcut works because the pieces are now equal-sized, not because of a memorized trick. Watch for: students adding denominators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Every IP problem 1-3 asks students to find an LCD first -- this closes that gap with the multiples-list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Closes IP problem 5. Rule: numerator and denominator answer two different questions -- how many pieces, and what size are the pieces. You can only combine the piece-count once the piece-size matches.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"common denominator" and "equivalent fractions" in a sentence about today's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2/5 + 1/6 step by step on the board, narrating the multiples list and the renaming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finding the LCD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5.04.03 -- subtracting unlike fractions.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add denominators together (getting 2/6) instead of renaming to a common denominator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add denominators together (getting 2/6) instead of renaming to a common denominator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5.04 · Adding Unlike Fractions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+ 1/3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Don't calculate exactly yet -- what's your best estimate?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Check the Estimate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Estimate First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Think in benchmarks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is exactly half.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 is a little more than a fourth.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Together, a bit more than 3/4.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Compare to 1 whole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alone is already half of 1 whole.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any more fraction pushes the sum past 1/2.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sum is more than 1/2 but less than 1.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9601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24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Picture the strips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1508760"/>
            <a:ext cx="22860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Picture a strip cut in half, and another cut in thirds.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057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 piece size matches the other yet.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sum will need same-size pieces to count exactly.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Exact answer: 5/6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Before you can add two fractions, the pieces must...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Unlike fractions must be renamed with a common denominator -- same-size pieces -- before you can add the numerators.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ESTIMATE FIRST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1/4 + 1/6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828800" y="37947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7947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estimate + exact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5/12 -- fourths become twelfths (3/12) and sixths become twelfths (2/12); 3/12 + 2/12 = 5/12.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5.04.02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Unlike Fractions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4 · Fractions and Mixed Numbers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MA.5.FR.2.1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unlike fractions with a common denominator and add them, using fraction strips to prove the sum.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“Fractions can be added when their pieces are the same size.”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two equivalent fractions for 1/2.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the first 4 multiples of 2 and the first 4 multiples of 3.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an equivalent fraction for 1/2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unlike fractions need a common denominator before we add?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One friend adds 1/2 cup of oats. Another adds 1/3 cup of raisins. How much trail mix in all?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cup oats  +  1/3 cup raisins  =  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(Different-size pieces -- halves and thirds.)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Resizing the Pieces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Start: halves and thirds are different-size pieces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164592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417320"/>
            <a:ext cx="16459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1/2 -- one of 2 equal pieces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417320"/>
            <a:ext cx="1097280" cy="777240"/>
          </a:xfrm>
          <a:prstGeom prst="rect">
            <a:avLst/>
          </a:prstGeom>
          <a:solidFill>
            <a:srgbClr val="8BE0AA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417320"/>
            <a:ext cx="10972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417320"/>
            <a:ext cx="10972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1/3 -- one of 3 equal pieces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2514600"/>
            <a:ext cx="7315200" cy="365760"/>
          </a:xfrm>
          <a:prstGeom prst="roundRect">
            <a:avLst>
              <a:gd name="adj" fmla="val 25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5146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Now cut BOTH strips into sixths -- the same-size piece for both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3017520"/>
            <a:ext cx="54864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3040" y="3017520"/>
            <a:ext cx="54864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3017520"/>
            <a:ext cx="548640" cy="7772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3017520"/>
            <a:ext cx="548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0" y="3017520"/>
            <a:ext cx="548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3017520"/>
            <a:ext cx="548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1/2 = 3/6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017520"/>
            <a:ext cx="548640" cy="777240"/>
          </a:xfrm>
          <a:prstGeom prst="rect">
            <a:avLst/>
          </a:prstGeom>
          <a:solidFill>
            <a:srgbClr val="8BE0AA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3017520"/>
            <a:ext cx="548640" cy="777240"/>
          </a:xfrm>
          <a:prstGeom prst="rect">
            <a:avLst/>
          </a:prstGeom>
          <a:solidFill>
            <a:srgbClr val="8BE0AA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3017520"/>
            <a:ext cx="548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3017520"/>
            <a:ext cx="548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3017520"/>
            <a:ext cx="548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3017520"/>
            <a:ext cx="548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1/3 = 2/6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Counting the Sixths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Combine 3 sixths and 2 sixths into one strip of 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1554480"/>
            <a:ext cx="1066800" cy="10058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38400" y="1554480"/>
            <a:ext cx="1066800" cy="10058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5200" y="1554480"/>
            <a:ext cx="1066800" cy="100584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554480"/>
            <a:ext cx="1066800" cy="1005840"/>
          </a:xfrm>
          <a:prstGeom prst="rect">
            <a:avLst/>
          </a:prstGeom>
          <a:solidFill>
            <a:srgbClr val="8BE0AA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38800" y="1554480"/>
            <a:ext cx="1066800" cy="1005840"/>
          </a:xfrm>
          <a:prstGeom prst="rect">
            <a:avLst/>
          </a:prstGeom>
          <a:solidFill>
            <a:srgbClr val="8BE0AA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5600" y="1554480"/>
            <a:ext cx="106680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606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3 sixths (from 1/2) + 2 sixths (from 1/3) = 5 of 6 shaded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320040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3291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+ 1/3  =  3/6 + 2/6  =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3337560"/>
            <a:ext cx="1097280" cy="378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49594" y="3743364"/>
            <a:ext cx="833933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770796"/>
            <a:ext cx="1097280" cy="378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Common-Denominator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 + 1/3  =  3/6 + 2/6  =  5/6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rename each fraction using a common denominator (same-size pieces). Then add the numerators only -- the denominator does not change.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Finding the Common Denominator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Least Common Denominator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1/3 and 1/4: list multiples until one matches.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977640" cy="22860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Multiples of 3: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3, 6, 9, 12, 15...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Multiples of 4: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4, 8, 12, 16, 20...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First shared multiple: 12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1874520"/>
            <a:ext cx="397764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</a:rPr>
              <a:t>So the LCD is 12.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 = 4/12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1/4 = 3/12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 + 1/4 = 7/12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 Common Mistake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Misconception 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 adds 3/4 + 1/3 and gets 4/7 -- he added numerators AND denominators. What went wrong?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E10"/>
                </a:solidFill>
              </a:rPr>
              <a:t>Kai's way (wrong):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+ 1/3 = 4/7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This ignores that fourths and thirds are different-size pieces -- you cannot just add labels.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19456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Correct way: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= 9/12, 1/3 = 4/12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32004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9/12 + 4/12 = 13/12 = 1 and 1/12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28800" y="42519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42519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should Kai fix?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unlike fractions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fractions with different denominators.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denominator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shared piece size for two or more fractions.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equivalent fractions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fractions that name the same amount.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answer to an addition problem.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2/5 + 1/6.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Multiples of 5: 5,10,15,20,25,30. Multiples of 6: 6,12,18,24,30. LCD = 30.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2/5 = 12/30. 1/6 = 5/30.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Add numerators only: 12/30 + 5/30 = 17/30.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recipe calls for 2/3 cup of oats and 3/4 cup of flour. How many cups of dry ingredients in total?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FDD"/>
                </a:solidFill>
              </a:rPr>
              <a:t>Answer: 2/3 = 8/12, 3/4 = 9/12; 8/12 + 9/12 = 17/12 = 1 and 5/12 cups.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the same common-denominator move works in reverse -- you'll subtract unlike fractions using the same resized strips.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1/4 + 1/2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8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1/4 + 1/2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1/2 = 2/4, so 1/4 + 2/4 = 3/4 -- same-size fourths added, numerators combined.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both fractions had to become the same size piece before I could count anything -- sixths, twelfths, whatever matches both.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re-cutting paper strips into the new common size and counting shaded pieces -- it matched the numbers every time.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two differently-cut strips getting re-sliced into the same tiny pieces so they finally line up edge to edge.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only the numerators combine after renaming -- the common denominator names the piece size and stays the same.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finding LCDs and adding unlike fractions.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you'll subtract fractions using the same common-denominator move.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5.04.02 Adding Unlike Fractions — Teacher Slides</dc:title>
  <dc:subject>PptxGenJS Presentation</dc:subject>
  <dc:creator>PptxGenJS</dc:creator>
  <cp:lastModifiedBy>PptxGenJS</cp:lastModifiedBy>
  <cp:revision>1</cp:revision>
  <dcterms:created xsi:type="dcterms:W3CDTF">2026-07-16T19:52:29Z</dcterms:created>
  <dcterms:modified xsi:type="dcterms:W3CDTF">2026-07-16T19:52:29Z</dcterms:modified>
</cp:coreProperties>
</file>