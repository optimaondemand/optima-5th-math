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common denominator first, then subtract numerators.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common denominator first, then subtract numerators.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resize pieces so we can take some away fairly.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renaming happens before removing, never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already rename fractions before subtracting unlike ones. Transition: "Now let's use that renaming to take an amount away."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Physically re-cut each strip into twelfths on the board. Say out loud: "the amount is the same, only how finely we cut it changed."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Point at the strip -- 2 orange pieces are removed, 7 purple pieces remain out of 12 total. Only the numerators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the shortcut works because the pieces are now equal-sized. Watch for: students subtracting denominators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Closes IP problem 3, missing-fraction equations. Treat it as a subtraction problem in disguise: total minus what's left equals what's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Closes IP problem 5. Teaches students to verify a given denominator by listing multiples rather than assuming a bigger number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"rename" and "difference"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4/5 − 1/3 step by step on the board, narrating the multiples list and the renaming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finding the LCD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5.04.04 -- adding mixed numbers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subtract denominators together instead of renaming to a common denominator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subtract denominators together instead of renaming to a common denominator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5.04 · Subtracting Unlike Fractions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3/4 − 1/6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Rename to twelfths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= 9/12. 1/6 = 2/12.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9/12 - 2/12 = 7/12.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Use a benchmark of 1/2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is more than 1/2.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1/6 is small, so the difference stays above 1/2.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Estimate: a bit more than 1/2, close to 7/12.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Draw the strip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a strip cut into 12ths.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 9 for 3/4.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2 for 1/6 -- 7 remain.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Before you subtract, the pieces must...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subtract unlike fractions, rename both with a common denominator, then subtract the numerators only.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5/6 − 1/4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7/12 -- 5/6 = 10/12, 1/4 = 3/12, 10/12 - 3/12 = 7/12.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5.04.03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Subtracting Unlike Fractions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4 · Fractions and Mixed Numbers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unlike fractions with a common denominator and subtract, using fraction strips to prove the difference.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“Subtraction is easier when the pieces you keep and remove are the same size.”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common denominator would you use to add or subtract 1/4 and 1/6?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3/4 as an equivalent fraction with denominator 12.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188720" y="397764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9776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common denominator for fourths and sixths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common denominator help us subtract unlike fractions?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A pan has 3/4 of a cake. Someone eats 1/6 of a pan. How much cake is left?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pan  −  1/6 pan  =  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(Different-size pieces -- fourths and sixths.)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Renaming Before Removing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Start: 3/4 of a pan, different-size pieces from 1/6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82296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417320"/>
            <a:ext cx="82296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417320"/>
            <a:ext cx="82296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417320"/>
            <a:ext cx="8229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3/4 -- 3 of 4 equal pieces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417320"/>
            <a:ext cx="548640" cy="777240"/>
          </a:xfrm>
          <a:prstGeom prst="rect">
            <a:avLst/>
          </a:prstGeom>
          <a:solidFill>
            <a:srgbClr val="F59C6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4173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173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4173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4173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4173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1/6 -- 1 of 6 equal pieces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2514600"/>
            <a:ext cx="7315200" cy="365760"/>
          </a:xfrm>
          <a:prstGeom prst="roundRect">
            <a:avLst>
              <a:gd name="adj" fmla="val 25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5146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Re-cut BOTH strips into twelfths -- the same-size piece for both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3017520"/>
            <a:ext cx="2743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3017520"/>
            <a:ext cx="2743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3017520"/>
            <a:ext cx="2743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3017520"/>
            <a:ext cx="2743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3017520"/>
            <a:ext cx="2743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3017520"/>
            <a:ext cx="2743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3017520"/>
            <a:ext cx="2743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3017520"/>
            <a:ext cx="2743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3017520"/>
            <a:ext cx="2743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3/4 = 9/12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017520"/>
            <a:ext cx="274320" cy="777240"/>
          </a:xfrm>
          <a:prstGeom prst="rect">
            <a:avLst/>
          </a:prstGeom>
          <a:solidFill>
            <a:srgbClr val="F59C6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3017520"/>
            <a:ext cx="274320" cy="777240"/>
          </a:xfrm>
          <a:prstGeom prst="rect">
            <a:avLst/>
          </a:prstGeom>
          <a:solidFill>
            <a:srgbClr val="F59C6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072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0664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55280" y="3017520"/>
            <a:ext cx="2743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1/6 = 2/12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Removing the Twelfths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Start with 9 of 12 shaded, then remove 2 of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554480"/>
            <a:ext cx="609600" cy="1005840"/>
          </a:xfrm>
          <a:prstGeom prst="rect">
            <a:avLst/>
          </a:prstGeom>
          <a:solidFill>
            <a:srgbClr val="F59C6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1554480"/>
            <a:ext cx="609600" cy="1005840"/>
          </a:xfrm>
          <a:prstGeom prst="rect">
            <a:avLst/>
          </a:prstGeom>
          <a:solidFill>
            <a:srgbClr val="F59C6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3600" y="1554480"/>
            <a:ext cx="609600" cy="10058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554480"/>
            <a:ext cx="609600" cy="10058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2800" y="1554480"/>
            <a:ext cx="609600" cy="10058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62400" y="1554480"/>
            <a:ext cx="609600" cy="10058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554480"/>
            <a:ext cx="609600" cy="10058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81600" y="1554480"/>
            <a:ext cx="609600" cy="10058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91200" y="1554480"/>
            <a:ext cx="609600" cy="10058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554480"/>
            <a:ext cx="60960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10400" y="1554480"/>
            <a:ext cx="60960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0000" y="1554480"/>
            <a:ext cx="60960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orange = removed (1/6 = 2/12), purple = amount left (7/12)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0" y="320040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291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3/4 − 1/6  =  9/12 − 2/12  =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17920" y="3337560"/>
            <a:ext cx="109728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349594" y="3711833"/>
            <a:ext cx="833933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739265"/>
            <a:ext cx="109728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Common-Denominator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3/4 − 1/6  =  9/12 − 2/12  =  7/12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rename each fraction using a common denominator (same-size pieces). Then subtract the numerators only -- the denominator does not change.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Finding the Missing Fraction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Missing Part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5/6 − ___ = 1/4. What fraction is missing?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Rename both to a common denominator: LCD of 6 and 4 is 12.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5/6 = 10/12, 1/4 = 3/12.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Think: 10/12 − ___ = 3/12, so the missing amount is 10/12 − 3/12 = 7/12.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Check: 10/12 − 7/12 = 3/12 = 1/4. Correct!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Is It Really the Least Denominator?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Reasoning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Sophia renames 2/3 − 3/8 using denominator 24 and gets 7/24. Is 24 the LEAST common denominator?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Multiples of 3: 3, 6, 9, 12, 15, 18, 21, 24...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Multiples of 8: 8, 16, 24...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shared multiple is 24 -- so yes, 24 IS the least common denominator here. Sophia's work checks out: 16/24 − 9/24 = 7/24.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42062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42062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is Sophia correct?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answer to a subtraction problem.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write an equal fraction with a different denominator.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twelfths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twelve equal parts of one whole.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take away from the starting amount.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4/5 − 1/3.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Multiples of 5: 5,10,15. Multiples of 3: 3,6,9,12,15. LCD = 15.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4/5 = 12/15. 1/3 = 5/15.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Subtract numerators only: 12/15 − 5/15 = 7/15.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has 5/6 of a can of blue paint and 1/4 of a can of yellow paint. How much more blue paint does she have?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FDD"/>
                </a:solidFill>
              </a:rPr>
              <a:t>Answer: 5/6 = 10/12, 1/4 = 3/12; 10/12 − 3/12 = 7/12 of a can more.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add mixed numbers -- whole numbers and fractions together -- using this same common-denominator move.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7/8 − 3/4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8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7/8 − 3/4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3/4 = 6/8, so 7/8 − 6/8 = 1/8 -- same-size eighths subtracted, numerators only.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both fractions had to become the same size piece before I could remove anything -- twelfths matched fourths and sixths both.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re-cutting paper strips into the new common size and counting what was left after removing -- it matched the numbers every time.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one long strip getting some pieces colored to show what's removed, and the rest showing what remains.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only the numerators change after renaming and removing -- the common denominator names the piece size and stays fixed.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subtracting unlike fractions and missing-fraction equations.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you'll add mixed numbers using the same renaming move.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5.04.03 Subtracting Unlike Fractions — Teacher Slides</dc:title>
  <dc:subject>PptxGenJS Presentation</dc:subject>
  <dc:creator>PptxGenJS</dc:creator>
  <cp:lastModifiedBy>PptxGenJS</cp:lastModifiedBy>
  <cp:revision>1</cp:revision>
  <dcterms:created xsi:type="dcterms:W3CDTF">2026-07-16T19:54:50Z</dcterms:created>
  <dcterms:modified xsi:type="dcterms:W3CDTF">2026-07-16T19:54:50Z</dcterms:modified>
</cp:coreProperties>
</file>