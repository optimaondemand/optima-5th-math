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Give 60 sec silent think time, thumbs up/down, then discuss.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Give 60 sec silent think time, thumbs up/down, then discuss.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add wholes and fraction parts separately when denominators already match.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add wholes and fraction parts separately when denominators already match.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the mission: today we add whole parts and fraction parts of mixed numbers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slide (1 min). Emphasize: two separate additions happening at once -- wholes with wholes, parts with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(3 min). Confirms students can already name mixed-number parts and add same-denominator fractions. Transition: "Now let's add both parts of two mixed numbers at once."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Pose the essential question. Take a couple of guesses before moving to the model -- don't confirm or deny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min). Physically group the whole strips together, then the quarter pieces together. Say out loud: "wholes join wholes, and quarters join quarters."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min). Point at the 3 full strips plus the 3/4 strip -- three and three-fourths, all from combining wholes with wholes and parts with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min). Confirm this only works directly because the fraction parts already match. Watch for: students adding whole numbers to fraction numerators by mistake.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(2 min). Closes IP problem 2. Rename fraction parts to a common denominator FIRST, then use the same wholes-plus-parts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(2 min). Closes IP problem 3. Whenever the fraction-part sum is greater than 1, regroup one whole out of it and add that whole to the whole-number sum.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Call on students to use "whole" and "fraction part" in a sentence about today's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(3 min). Model 3 7/8 + 2 1/8 step by step -- a clean example where the fraction parts make exactly 1 whole.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(2 min). Cold-call a student to narrate the regrouping step before revealing the answer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5.04.05 -- adding mixed numbers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Watch for students who forget to regroup when the fraction-part sum is greater than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Watch for students who forget to regroup when the fraction-part sum is greater than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395728" y="164592"/>
            <a:ext cx="630936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64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5.04 · Adding Mixed Numbers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1/4 + 1 2/4  =  3 3/4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Is this true or false? Be ready to prove it.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Prove 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True or False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Some students think TRUE because…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wholes: 2 + 1 = 3.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fraction parts: 1/4 + 2/4 = 3/4.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Combine: 3 and 3/4.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6E10"/>
                </a:solidFill>
              </a:rPr>
              <a:t>Some students think FALSE because…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students think you add everything into one big fraction first.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can work but is slower when denominators already match.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wholes and fraction parts can be added separately when the pieces are the same size.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To add two mixed numbers with matching denominators, first add the...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mixed numbers share a denominator, add the whole numbers together and the fraction parts together, separately.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2/5 + 1 1/5  =  4 3/5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true or false?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True -- wholes 3 + 1 = 4, fraction parts 2/5 + 1/5 = 3/5.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5.04.04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Mixed Numbers — Part 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4 · Fractions and Mixed Numbers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MA.5.FR.2.2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mixed numbers by combining whole numbers and fraction parts separately.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mixed number has two parts: whole things and a fraction of one more thing.”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whole-number part and the fraction part of 4 and 3/5.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1/4 + 2/4. What denominator does the sum have?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9776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the sum of 1/4 + 2/4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we add mixed numbers by looking at wholes and fraction parts?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7A"/>
                </a:solidFill>
              </a:rPr>
              <a:t>One art table has 2 and 1/4 rolls of ribbon. Another has 1 and 2/4 rolls. How many rolls in all?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and 1/4 rolls  +  1 and 2/4 rolls  =  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(Same-size pieces -- both fourths.)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Wholes and Quarters Mat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5A7A"/>
                </a:solidFill>
              </a:rPr>
              <a:t>Table 1: 2 whole rolls + 1/4 of a roll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280160" cy="640080"/>
          </a:xfrm>
          <a:prstGeom prst="rect">
            <a:avLst/>
          </a:prstGeom>
          <a:solidFill>
            <a:srgbClr val="4A3D8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1371600"/>
            <a:ext cx="1280160" cy="640080"/>
          </a:xfrm>
          <a:prstGeom prst="rect">
            <a:avLst/>
          </a:prstGeom>
          <a:solidFill>
            <a:srgbClr val="4A3D8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371600"/>
            <a:ext cx="320040" cy="640080"/>
          </a:xfrm>
          <a:prstGeom prst="rect">
            <a:avLst/>
          </a:prstGeom>
          <a:solidFill>
            <a:srgbClr val="88C8F7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0" y="1371600"/>
            <a:ext cx="3200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1371600"/>
            <a:ext cx="3200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371600"/>
            <a:ext cx="3200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2 wholes + 1/4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438912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514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5A7A"/>
                </a:solidFill>
              </a:rPr>
              <a:t>Table 2: 1 whole roll + 2/4 of a roll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971800"/>
            <a:ext cx="1280160" cy="640080"/>
          </a:xfrm>
          <a:prstGeom prst="rect">
            <a:avLst/>
          </a:prstGeom>
          <a:solidFill>
            <a:srgbClr val="2E6E44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0" y="2971800"/>
            <a:ext cx="320040" cy="640080"/>
          </a:xfrm>
          <a:prstGeom prst="rect">
            <a:avLst/>
          </a:prstGeom>
          <a:solidFill>
            <a:srgbClr val="8BE0AA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31720" y="2971800"/>
            <a:ext cx="320040" cy="640080"/>
          </a:xfrm>
          <a:prstGeom prst="rect">
            <a:avLst/>
          </a:prstGeom>
          <a:solidFill>
            <a:srgbClr val="8BE0AA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51760" y="2971800"/>
            <a:ext cx="3200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71800" y="2971800"/>
            <a:ext cx="320040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1 whole + 2/4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155448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691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 wholes: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+ 1 = 3 wholes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12080" y="26517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 fourths: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1/4 + 2/4 = 3/4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Stacking Wholes and Parts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5A7A"/>
                </a:solidFill>
              </a:rPr>
              <a:t>3 whole rolls, plus a strip showing 3/4 of one more roll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1280160" cy="822960"/>
          </a:xfrm>
          <a:prstGeom prst="rect">
            <a:avLst/>
          </a:prstGeom>
          <a:solidFill>
            <a:srgbClr val="4A3D8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1463040"/>
            <a:ext cx="1280160" cy="822960"/>
          </a:xfrm>
          <a:prstGeom prst="rect">
            <a:avLst/>
          </a:prstGeom>
          <a:solidFill>
            <a:srgbClr val="4A3D8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463040"/>
            <a:ext cx="1280160" cy="822960"/>
          </a:xfrm>
          <a:prstGeom prst="rect">
            <a:avLst/>
          </a:prstGeom>
          <a:solidFill>
            <a:srgbClr val="4A3D8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0" y="1463040"/>
            <a:ext cx="594360" cy="822960"/>
          </a:xfrm>
          <a:prstGeom prst="rect">
            <a:avLst/>
          </a:prstGeom>
          <a:solidFill>
            <a:srgbClr val="6B3FA0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1463040"/>
            <a:ext cx="594360" cy="822960"/>
          </a:xfrm>
          <a:prstGeom prst="rect">
            <a:avLst/>
          </a:prstGeom>
          <a:solidFill>
            <a:srgbClr val="6B3FA0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463040"/>
            <a:ext cx="594360" cy="822960"/>
          </a:xfrm>
          <a:prstGeom prst="rect">
            <a:avLst/>
          </a:prstGeom>
          <a:solidFill>
            <a:srgbClr val="6B3FA0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03720" y="1463040"/>
            <a:ext cx="59436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2331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3/4 more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301752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3108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1/4 + 1 2/4  =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760720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00800" y="3108960"/>
            <a:ext cx="914400" cy="346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510528" y="3483233"/>
            <a:ext cx="694944" cy="0"/>
          </a:xfrm>
          <a:prstGeom prst="line">
            <a:avLst/>
          </a:prstGeom>
          <a:noFill/>
          <a:ln w="19050">
            <a:solidFill>
              <a:srgbClr val="4A3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510665"/>
            <a:ext cx="914400" cy="346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The Two-Part Addition Rule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1/4 + 1 2/4  =  (2+1) + (1/4+2/4)  =  3 3/4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when denominators already match, add the whole numbers together, then add the fraction parts together, and write both parts as one mixed number.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When Denominators Don't Match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Gap-Fill · Unlike Denominators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601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1/2 + 1 1/3 -- rename the fraction parts first.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2331720"/>
          </a:xfrm>
          <a:prstGeom prst="roundRect">
            <a:avLst>
              <a:gd name="adj" fmla="val 392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Add the wholes: 2 + 1 = 3.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LCD of 2 and 3 is 6: 1/2 = 3/6, 1/3 = 2/6.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Add the fraction parts: 3/6 + 2/6 = 5/6.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Combine: 3 and 5/6.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When the Fraction Sum Is More Than 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Gap-Fill · Regrouping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601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3/4 + 2 2/3 -- the fraction parts add to more than 1 whole.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2377440"/>
          </a:xfrm>
          <a:prstGeom prst="roundRect">
            <a:avLst>
              <a:gd name="adj" fmla="val 3846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Add the wholes: 4 + 2 = 6.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LCD of 4 and 3 is 12: 3/4 = 9/12, 2/3 = 8/12.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Add the fraction parts: 9/12 + 8/12 = 17/12 -- more than 1 whole!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Regroup: 17/12 = 1 and 5/12, so add that whole to the 6: 7 and 5/12.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 number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 number with a whole-number part and a fraction part.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one complete thing.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fraction part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part of a mixed number that is less than one.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put amounts together.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Watch &amp; Follow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3 7/8 + 2 1/8.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Add the wholes: 3 + 2 = 5.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Add the fraction parts: 7/8 + 1/8 = 8/8 = 1 whole.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200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Regroup: 5 + 1 = 6.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Independent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Leo pours 2 1/3 cups of nuts, then adds 1 3/4 cups of dried fruit. How many cups of trail mix in all?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28800" y="3291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291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FDD"/>
                </a:solidFill>
              </a:rPr>
              <a:t>Answer: wholes 2+1=3; fourths/thirds LCD 12: 1/3=4/12, 3/4=9/12; 4/12+9/12=13/12=1 and 1/12; total 4 and 1/12 cups.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lesson, you'll keep adding mixed numbers -- with more regrouping practice and larger denominators.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5/9 + 1 7/9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5 and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12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―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9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9748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6 and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4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―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9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5 and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4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―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9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1228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6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―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9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5/9 + 1 7/9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5 and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12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―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9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9748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 and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―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9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5 and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4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―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9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1228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6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―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9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Wholes 4+1=5; fraction parts 5/9+7/9=12/9=1 and 3/9; regroup: 5+1=6 wholes, so the answer is 6 and 4/9.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you can always add the wholes and fraction parts separately -- but sometimes the fraction parts add up to more than 1, and that changes the whole-number total.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it by adding the fraction parts first every time -- if I get a fraction less than 1, I'm done; if I get 1 or more, I know I need to regroup.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whole strips lining up together, and the fraction pieces lining up together in their own separate row.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add whole numbers to whole numbers and fraction parts to fraction parts, then regroup any fraction sum of 1 or more into the whole-number total.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adding mixed numbers, including regrouping.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Show What You Know journal problems in Canvas.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Preview: tomorrow you'll get more practice adding mixed numbers with regrouping.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5.04.04 Adding Mixed Numbers Part 1 — Teacher Slides</dc:title>
  <dc:subject>PptxGenJS Presentation</dc:subject>
  <dc:creator>PptxGenJS</dc:creator>
  <cp:lastModifiedBy>PptxGenJS</cp:lastModifiedBy>
  <cp:revision>1</cp:revision>
  <dcterms:created xsi:type="dcterms:W3CDTF">2026-07-16T19:57:46Z</dcterms:created>
  <dcterms:modified xsi:type="dcterms:W3CDTF">2026-07-16T19:57:46Z</dcterms:modified>
</cp:coreProperties>
</file>