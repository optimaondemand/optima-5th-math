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Reveal each problem in turn. Notice how the fraction parts creep toward and past 1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Reveal each problem in turn. Notice how the fraction parts creep toward and past 1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pattern: any time fraction parts sum to 1 or more, trade for a whole.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pattern: any time fraction parts sum to 1 or more, trade for a whole.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watch fraction pieces fill up a whole and get traded.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regrouping is a trade, not a separate rule -- same idea as trading 10 ones for 1 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already tell when a fraction sum passes 1 whole and rewrite improper fractions. Transition: "Now let's use that to add mixed numbers."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Physically slide 4 of the 5 fourth-pieces together to show they make exactly 1 more whole, with 1 fourth left over. Say: "we traded 4 fourths for 1 whole, just like trading 10 ones for a ten."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Count 4 full strips plus the 1/4 strip -- four and one-fourth in all. The regrouped whole joined the other wholes.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regrouping is just simplifying an improper fraction and moving its whole part over. Watch for: students forgetting to add the traded whole to the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Closes IP problem 2. Three addends work exactly like two -- add all wholes together, then all fraction parts together, then regroup once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Closes IP problem 5. Model how to verify someone else's regrouping step by step rather than just trusting the final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"regroup" and "trade"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6 2/3 + 4 5/6 step by step, narrating the regrouping and simplifying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the regrouping step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5.04.06 -- subtracting mixed numbers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forget to regroup the fraction-part sum before adding it to the whole-number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forget to regroup the fraction-part sum before adding it to the whole-number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5.04 · Regrouping Mixed Numbers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+ 1/2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+ 1/2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+ 3/4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 2/4 (1 1/2)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3/4 + 1 2/4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4 1/4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97180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Whenever the fraction parts add to a value of 1 or more, you...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trade the extra whole out of the fraction part and add it to the whole-number total.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5/6 + 2 4/6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7/8 + 2 5/8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5.04.05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Mixed Numbers — Part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4 · Fractions and Mixed Numbers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mixed numbers and regroup whenever the fraction parts add to one whole or more.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“Sometimes the fraction pieces fill a whole. When they do, trade them for one whole.”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3/4 + 2/4. Is the sum less than, equal to, or more than 1 whole?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5/4 as a mixed number.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5/4 as a mixed number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the fraction parts add to more than one whole?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A poster group has 2 and 3/4 sheets of paper. Another group brings 1 and 2/4 sheets. How many sheets in all?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and 3/4 sheets  +  1 and 2/4 sheets  =  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(3/4 + 2/4 -- more than one whole!)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Trading Fourths for a Whole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2 wholes + 3/4, plus 1 whole + 2/4 -- combine the fraction parts 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88720" cy="64008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371600"/>
            <a:ext cx="1188720" cy="64008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365760" cy="64008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371600"/>
            <a:ext cx="365760" cy="64008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371600"/>
            <a:ext cx="365760" cy="64008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371600"/>
            <a:ext cx="365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1371600"/>
            <a:ext cx="1188720" cy="640080"/>
          </a:xfrm>
          <a:prstGeom prst="rect">
            <a:avLst/>
          </a:prstGeom>
          <a:solidFill>
            <a:srgbClr val="2E6E44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371600"/>
            <a:ext cx="365760" cy="640080"/>
          </a:xfrm>
          <a:prstGeom prst="rect">
            <a:avLst/>
          </a:prstGeom>
          <a:solidFill>
            <a:srgbClr val="8BE0A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371600"/>
            <a:ext cx="365760" cy="640080"/>
          </a:xfrm>
          <a:prstGeom prst="rect">
            <a:avLst/>
          </a:prstGeom>
          <a:solidFill>
            <a:srgbClr val="8BE0A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371600"/>
            <a:ext cx="365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1371600"/>
            <a:ext cx="3657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231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3/4 + 2/4 = 5/4 -- that's 4/4 (1 whole) plus 1/4 left over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3108960"/>
            <a:ext cx="1188720" cy="731520"/>
          </a:xfrm>
          <a:prstGeom prst="rect">
            <a:avLst/>
          </a:prstGeom>
          <a:solidFill>
            <a:srgbClr val="F5C518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traded whole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108960"/>
            <a:ext cx="365760" cy="731520"/>
          </a:xfrm>
          <a:prstGeom prst="rect">
            <a:avLst/>
          </a:prstGeom>
          <a:solidFill>
            <a:srgbClr val="F5C518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3108960"/>
            <a:ext cx="3657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3108960"/>
            <a:ext cx="3657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3108960"/>
            <a:ext cx="36576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1/4 left over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Counting the New Total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2 wholes + 1 whole + 1 traded whole = 4 wholes, plus 1/4 left over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88720" cy="77724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463040"/>
            <a:ext cx="1188720" cy="77724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463040"/>
            <a:ext cx="1188720" cy="77724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63040"/>
            <a:ext cx="1188720" cy="77724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365760" cy="77724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463040"/>
            <a:ext cx="3657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463040"/>
            <a:ext cx="3657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463040"/>
            <a:ext cx="3657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1/4 more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10896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200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3/4 + 1 2/4  =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6072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3200400"/>
            <a:ext cx="91440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510528" y="3574673"/>
            <a:ext cx="694944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02105"/>
            <a:ext cx="91440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Regrouping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3/4 + 1 2/4  =  3 + 5/4  =  3 + 1 1/4  =  4 1/4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if the fraction parts add to an improper fraction (numerator equal to or greater than the denominator), rewrite it as a whole number plus a fraction, then add that whole to the whole-number total.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Adding Three Mixed Numbers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Three Addends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1/2 + 2 1/3 + 3 1/6 -- the same rule works with three addends.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Add all the wholes: 1 + 2 + 3 = 6.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LCD of 2, 3, 6 is 6: 1/2 = 3/6, 1/3 = 2/6, 1/6 = 1/6.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Add the fraction parts: 3/6 + 2/6 + 1/6 = 6/6 = 1 whole.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Regroup: 6 + 1 = 7 wholes exactly.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Checking a Classmate's Regrouping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Verification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 adds 4 5/6 + 3 3/4 and gets 8 7/12. Is she correct?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Check: wholes 4+3=7. LCD of 6,4 is 12: 5/6=10/12, 3/4=9/12.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10/12 + 9/12 = 19/12 = 1 and 7/12. Regroup: 7 + 1 = 8.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answer: 8 and 7/12 -- Mira's work checks out!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28800" y="42976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42976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is Mira correct?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regroup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trade pieces for an equal amount in another 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improper fraction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fraction with a numerator greater than or equal to its denominator.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exchange equal values.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write a fraction in an easier equivalent form.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6 2/3 + 4 5/6.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Add wholes: 6 + 4 = 10.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LCD of 3,6 is 6: 2/3=4/6, 5/6=5/6. 4/6+5/6=9/6.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Regroup: 9/6 = 1 3/6 = 1 1/2. So 10 + 1 1/2 = 11 1/2.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Sophia needs 3 1/2 feet and 2 3/4 feet of wood. She buys a 7-foot board. Is it long enough?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FDD"/>
                </a:solidFill>
              </a:rPr>
              <a:t>Answer: 3 1/2 + 2 3/4 = 3 2/4 + 2 3/4 = 5 5/4 = 6 1/4 feet. Yes, the 7-foot board is long enough.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flip this move around -- subtracting mixed numbers, sometimes trading a whole apart into fraction pieces.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3/8 + 2 3/4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9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―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060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10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―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9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―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8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―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3/8 + 2 3/4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9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―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060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―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9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―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8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―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Wholes 7+2=9; 3/8+3/4=3/8+6/8=9/8=1 and 1/8; regroup: 9+1=10, so the answer is 10 and 1/8.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the fraction parts sometimes add up to more than one whole -- when that happens, I know I need to trade for an extra whole.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checking if my fraction-part sum has a numerator equal to or bigger than the denominator -- if so, I know to regroup before I'm done.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extra fourth pieces sliding together into one more whole block, right next to the other whole blocks.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when the sum of the fraction parts is an improper fraction, rewrite it as a mixed number and add its whole part to the whole-number total.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adding mixed numbers with regrouping, including three addends.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you'll subtract mixed numbers, sometimes trading a whole apart.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5.04.05 Adding Mixed Numbers Part 2 — Teacher Slides</dc:title>
  <dc:subject>PptxGenJS Presentation</dc:subject>
  <dc:creator>PptxGenJS</dc:creator>
  <cp:lastModifiedBy>PptxGenJS</cp:lastModifiedBy>
  <cp:revision>1</cp:revision>
  <dcterms:created xsi:type="dcterms:W3CDTF">2026-07-16T20:00:57Z</dcterms:created>
  <dcterms:modified xsi:type="dcterms:W3CDTF">2026-07-16T20:00:57Z</dcterms:modified>
</cp:coreProperties>
</file>