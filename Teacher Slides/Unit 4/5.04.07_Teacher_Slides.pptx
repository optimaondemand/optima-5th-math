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only -- no exact answers yet. Collect a range of guesses before revealing 1 1/2.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only -- no exact answers yet. Collect a range of guesses before revealing 1 1/2.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trade one whole for equal fraction pieces, then subtract.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trade one whole for equal fraction pieces, then subtract.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trade one whole for fraction pieces before subtracting.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regrouping before subtracting is a trade, just like adding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already compare fraction parts and rewrite 1 whole as a fraction. Transition: "What if we don't have enough fraction pieces to subtract?"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cut one whole strip into 4 pieces and add them to the 1 already there -- now 5 fourths are available. Say out loud: "we traded 1 whole for 4 more same-size pieces."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Point at what's removed (1 whole + 3/4) versus what remains (1 whole + 2/4) -- one and one-half yards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regrouping before subtracting mirrors regrouping after adding -- always trade equal-size pieces. Watch for: students forgetting to reduce the whole-number part by 1 after borrowing.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2. A whole number is really "whole number and 0 fourths (or fifths, etc)" -- rewrite it with the matching denominator before subtracting.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5. Both methods reach 4 3/8 -- regrouping and improper fractions are two equally valid roads to the same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"regroup" and "borrow" as the same idea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8 1/4 − 3 2/3 step by step, narrating renaming, comparing, and regrouping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combining the two used amounts before subtracting from the whole. Note this needs both an addition and subtraction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Unit 5 -- multiplying fractions and whole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forget to regroup before subtracting when the starting fraction part is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forget to regroup before subtracting when the starting fraction part is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5.04 · Regrouping to Subtract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1/4 − 1 3/4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to whole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1/4 rounds to 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3/4 rounds to 2.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Estimate: 3 − 2 = about 1.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Compare to 1/2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is less than 1/2; 3/4 is more than 1/2.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exact difference should be a bit less than 1 1/2.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lands near 1 1/2.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the trade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trading 1 whole from the 3 for 4 more fourths.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1/4 becomes 2 and 5/4.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subtract straight across.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1 2/4 (1 1/2)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the fraction part you start with is too small, you must first...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 one whole from the whole-number part into extra same-size fraction pieces before subtracting.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1/3 − 2 2/3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2 2/3 -- regroup 5 1/3 to 4 and 4/3; 4/3 − 2/3 = 2/3; wholes 4−2=2; answer 2 2/3.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5.04.07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Mixed Numbers —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4 · Fractions and Mixed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 a whole number into fraction pieces whenever there are not enough pieces to subtract.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you do not have enough fraction pieces, trade one whole for equal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1/4 bigger or smaller than 3/4? How do you know?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 1 whole as a fraction with denominator 4.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54480" y="397764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97764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1 whole as fourths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sometimes need to regroup before subtracting mixed numbers?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There are 3 and 1/4 yards of blue fabric. A costume uses 1 and 3/4 yards. How much fabric remains?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and 1/4 yards  −  1 and 3/4 yards  = 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(1/4 is smaller than 3/4 -- not enough pieces yet!)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Trading a Whole for Quarters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Start: 3 wholes + 1/4 -- but we need to remove 3/4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37160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37160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371600"/>
            <a:ext cx="3657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371600"/>
            <a:ext cx="365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371600"/>
            <a:ext cx="365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365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1/4 -- not enough to remove 3/4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Trade 1 whole for 4 more fourths: now we have 2 wholes + 5 fourths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292608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926080"/>
            <a:ext cx="8229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926080"/>
            <a:ext cx="8229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926080"/>
            <a:ext cx="8229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926080"/>
            <a:ext cx="8229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5/4 (all 5 pieces now available)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Removing After the Trade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2 wholes + 5/4, remove 1 whole + 3/4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1280160" cy="7772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463040"/>
            <a:ext cx="128016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463040"/>
            <a:ext cx="82296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82296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463040"/>
            <a:ext cx="822960" cy="777240"/>
          </a:xfrm>
          <a:prstGeom prst="rect">
            <a:avLst/>
          </a:prstGeom>
          <a:solidFill>
            <a:srgbClr val="F59C69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822960" cy="7772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orange = removed (1 whole + 3/4), purple = remains (2/4)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1/4 − 1 3/4  =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91440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10528" y="3666113"/>
            <a:ext cx="694944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693545"/>
            <a:ext cx="91440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Regroup-Before-Subtracting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1/4 − 1 3/4  =  2 5/4 − 1 3/4  =  1 2/4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if the starting fraction part is smaller than the one being subtracted, borrow 1 whole and rename it as extra same-size pieces before subtracting.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Subtracting From a Whole Number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Whole Minus Mixed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7 − 2 3/5 -- a whole number has no fraction part to borrow from yet.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Rewrite 7 as a mixed number: 6 and 5/5 (borrow 1 whole, rename as 5/5).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Now subtract: (6−2) + (5/5 − 3/5) = 4 + 2/5.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Answer: 4 and 2/5.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 Different Methods, Same Answer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Method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8 − 3 5/8 -- Atlas regroups; Mira converts to improper fractions. Do they match?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Atlas's way: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= 7 and 8/8.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(7−3) + (8/8−5/8) = 4 3/8.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Mira's way: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= 64/8. 3 5/8 = 29/8.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64/8 − 29/8 = 35/8 = 4 3/8.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4251960"/>
            <a:ext cx="62179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2519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method do you prefer?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trade one whole for equal fraction pieces.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common name for regrouping before subtracting.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four equal parts of one whole.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amount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same value written a different way.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8 1/4 − 3 2/3.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LCD of 4,3 is 12: 1/4=3/12, 2/3=8/12. Since 3/12 &lt; 8/12, regroup.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8 3/12 becomes 7 and 15/12.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(7−3) + (15/12−8/12) = 4 and 7/12.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had 6 cups of batter. She used 2 5/8 cups for pancakes and 1 3/4 cups for waffles. How much batter is left?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2 5/8 + 1 3/4 = 4 3/8 used; 6 − 4 3/8 = 5 8/8 − 4 3/8 = 1 and 5/8 cups left.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have every tool for adding and subtracting fractions and mixed numbers. Next unit, you'll multiply fractions and whole numbers.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1/6 − 5 3/4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1/6 − 5 3/4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LCD 12: 1/6=2/12, 3/4=9/12. Since 2/12&lt;9/12, regroup: 10 2/12 becomes 9 14/12. (9−5)+(14/12−9/12) = 4 and 5/12.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whenever the fraction part I start with is smaller than the one I'm subtracting, I have to trade a whole first.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comparing the two fraction parts before subtracting -- if the starting part is smaller, I know regrouping comes first.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one whole strip getting cut apart into extra pieces, joining the fraction pieces already there.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regroup one whole into equivalent fraction pieces whenever the minuend's fraction part is smaller than the subtrahend's.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subtracting mixed numbers with regrouping, including whole-number starts.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Unit 5 begins multiplying fractions and whole numbers.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5.04.07 Subtracting Mixed Numbers Part 2 — Teacher Slides</dc:title>
  <dc:subject>PptxGenJS Presentation</dc:subject>
  <dc:creator>PptxGenJS</dc:creator>
  <cp:lastModifiedBy>PptxGenJS</cp:lastModifiedBy>
  <cp:revision>1</cp:revision>
  <dcterms:created xsi:type="dcterms:W3CDTF">2026-07-16T20:04:27Z</dcterms:created>
  <dcterms:modified xsi:type="dcterms:W3CDTF">2026-07-16T20:04:27Z</dcterms:modified>
</cp:coreProperties>
</file>