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repeated addition of a fraction = multiplying the fraction by a whole number.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repeated addition of a fraction = multiplying the fraction by a whole number.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build the same fraction piece over and over and watch it grow past one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build the pieces first, then write the multiplication sentence that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add like fractions before layering on repeated multiplication. Transition: "Let's see what happens when we repeat a fraction three times."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trail marker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same 2/5 piece, built three separate times. Say out loud: "three groups of 2/5 -- that's 2/5 x 3."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Same-scale number lines show the jump: one marker barely moves, three markers cross past the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matches the bars: 3 copies of 2 fifths gives 6 fifths, not 6 wholes. Watch for: students who multiply both numerator and denominator.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uses "of" language and asks for simplified/mixed-number answers -- both need explicit naming here so students aren't caught off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"factor" and "product"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3/4 x 8 step by step, connecting each step back to the bar model from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steps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5.05.02 -- same rule, factors swapped, same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write 60 (forgot to divide by the denominator) or add instead of multiplying the numerator.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write 60 (forgot to divide by the denominator) or add instead of multiplying the numerator.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Repeated Fraction Addition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 + 2/5 + 2/5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Add straight across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+ 2 + 2 = 6 fifths.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6/5 is more than one whole.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6/5 = 1 whole and 1 fifth left over.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Count groups of fifths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Convert to a mixed number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Repeated addition of a fraction is really...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the same fraction over and over is the same as multiplying that fraction by the number of times it repeats.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3/8 + 3/8 + 3/8 + 3/8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12/8 = 1 4/8 = 1 1/2 — four groups of 3/8 is the same as 4 × 3/8.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a Fraction by a Whole Number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repeated-piece bar model to multiply a fraction by a whole number, and explain what the product means.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2/5 + 2/5? Write it as a fraction.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fifths equal one whole? How many fifths equal 1 and 1 fifth?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2/5 + 2/5 = 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repeating the same fraction build an amount greater than one whole?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walking trail marker is 2/5 mile long. Three markers make one training loop.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1: 2/5 mile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2: 2/5 mile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3: 2/5 mile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is the whole loop?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Building the Loop, Marker by Marker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Each bar is one marker: 2/5 mile, shaded 2 of 5 equal parts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3824" y="1463040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463040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50992" y="1463040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4576" y="1463040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4630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Marker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432304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3824" y="2432304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432304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2432304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4576" y="2432304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432304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Marker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401568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3824" y="3401568"/>
            <a:ext cx="1243584" cy="804672"/>
          </a:xfrm>
          <a:prstGeom prst="rect">
            <a:avLst/>
          </a:prstGeom>
          <a:solidFill>
            <a:srgbClr val="4A3D8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3401568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50992" y="3401568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94576" y="3401568"/>
            <a:ext cx="12435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40156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Marker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3 markers × 2/5 mile each = 6/5 miles = 1 1/5 miles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Number Line Jump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1 marker: 2/5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95144" y="17922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2/5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3 markers: 6/5 (past one whole)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21224" y="36210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6/5 = 1 1/5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Multiplication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 × 3 = (2 × 3)/5 = 6/5 = 1 1/5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multiply the numerator by the whole number. The denominator stays the same. Then simplify if the answer is more than one whole.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Same Idea, New Words: "Of"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Precision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"2/5 of 15" means the same thing as 2/5 × 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 × 15 = (2 × 15)/5 = 30/5 = 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product is a whole number, no simplifying picture is needed -- but always check!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being multiplied.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multiplication.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in fraction problems, "of" often signals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full amount or complete shape/set in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3/4 × 8.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Multiply the numerator by the whole number: 3 x 8 = 24.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Keep the denominator: 24/4.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Simplify: 24/4 = 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Product: 6.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5/6 × 12.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10 — 5 x 12 = 60, 60/6 = 10.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flips the order: a whole number times a fraction. You'll prove the answer is exactly the same either way.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× 12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5/6 × 12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5 x 12 = 60, then 60/6 = 10.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denominator never changes -- only the numerator gets multiplied by the whole number.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building the bars three separate times and counting all the shaded fifths together -- I got the same 6/5 both ways.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stacking the same fraction bar again and again until it spills past one whole bar.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multiplying a fraction by a whole number multiplies only the numerator, since the whole is still split into the same size parts.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 a fraction by a whole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factors flip order.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5.05.01 Multiplying a Fraction by a Whole Number — Teacher Slides</dc:title>
  <dc:subject>PptxGenJS Presentation</dc:subject>
  <dc:creator>PptxGenJS</dc:creator>
  <cp:lastModifiedBy>PptxGenJS</cp:lastModifiedBy>
  <cp:revision>1</cp:revision>
  <dcterms:created xsi:type="dcterms:W3CDTF">2026-07-16T19:45:42Z</dcterms:created>
  <dcterms:modified xsi:type="dcterms:W3CDTF">2026-07-16T19:45:42Z</dcterms:modified>
</cp:coreProperties>
</file>