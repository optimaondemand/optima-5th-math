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problems one at a time -- ask what relationship connects each new problem to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String warm-up (2 min). Reveal problems one at a time -- ask what relationship connects each new problem to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scaling insight precisely. Have 2-3 students paraphrase it out loud before moving on.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scaling insight precisely. Have 2-3 students paraphrase it out loud before moving on.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decide which number is the whole and which is the fraction inside a real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the math doesn't change -- what changes is spotting which number plays which role in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the multiplication skill is solid before layering on word-problem reading. Transition: "Today the same math hides inside a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 using the recipe story. Take a couple of guesses before moving 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Point out: twelve fourths regroup neatly into three whole cups -- no leftover pieces this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This time the total lands exactly on a whole-cup mark -- a nice contrast to yesterday's leftover fifth.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The math is identical to lessons 5.05.01-02 -- the new skill is reading the story to find the two factors. Watch for: students unsure which quantity is the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The IP includes a two-step problem -- name the pattern explicitly: solve each part separately, then combine.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Have students point to "the whole" in the trail mix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reading the story first to identify the whole (18) and the fraction (2/3) before multiplying.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name the whole (20) and the fraction (3/4)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5.05.04 -- fraction times a unit fraction, a new area-model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divide 56 by 3 instead of multiplying by 3/8, or who multiply by 8 instead of dividing by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divide 56 by 3 instead of multiplying by 3/8, or who multiply by 8 instead of dividing by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5.05 · Scaling Fraction-of Facts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of 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of 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of 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3/4 of 40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Once you know one fraction-of fact...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scale the numerator (1/4 to 3/4) or double the whole (20 to 40) to find related products without starting over.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1/3 of 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2/3 of 18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5.05.03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Problems,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5 · Fraction Multiplication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MA.5.FR.2.1   ·   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word problem, decide which quantity is the whole, and use fraction multiplication to solve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fraction product is easier to trust when you can see the pieces.”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4 × 3/4.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last two lessons, which number told you the size of each equal group?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4 × 3/4 = 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a picture show which fraction is being repeated?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One batch of trail mix uses 3/4 cup of oats. The class makes 4 batches.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1: 3/4 cup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2: 3/4 cup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3: 3/4 cup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4: 3/4 cup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cups of oats total?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Four Batches of Oats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Each bar is one batch: 3/4 cup, shaded 3 of 4 equal parts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371600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371600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371600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371600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Batch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121408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2121408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121408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121408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121408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Batch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871216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871216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871216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871216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871216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Batch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3621024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621024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621024"/>
            <a:ext cx="1554480" cy="585216"/>
          </a:xfrm>
          <a:prstGeom prst="rect">
            <a:avLst/>
          </a:prstGeom>
          <a:solidFill>
            <a:srgbClr val="2E6E44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621024"/>
            <a:ext cx="15544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621024"/>
            <a:ext cx="914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A"/>
                </a:solidFill>
              </a:rPr>
              <a:t>Batch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4 batches × 3/4 cup each = 12/4 cups = 3 cups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Matching the Story to the 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1 batch: 3/4 cup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647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03704" y="17922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3/4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7315200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After 4 batches: 12/4 = 3 cups exactly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593592"/>
            <a:ext cx="0" cy="219456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831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18504" y="3621024"/>
            <a:ext cx="164592" cy="16459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3 cups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Naming the Whole in a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3/4 = 12/4 = 3 cups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in a word problem, find the amount being repeated (the fraction) and how many times it repeats (the whole number). Multiply, then simplify.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 Steps in One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Multi-Step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24-ounce bag of trail mix: Sophia eats 1/3 on Monday and 1/4 on Tuesday.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Monday: 1/3 × 24 = 8 ounces.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99008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Tuesday: 1/4 × 24 = 6 ounces.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5701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eaten: 8 + 6 = 14 ounces. Left: 24 - 14 = 10 ounces.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being multiplied.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result of multiplication.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in fraction problems, "of" often signals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full amount in the story -- the total the fraction is taken from.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ribbon is 18 feet long. Leo cuts off 2/3 of it. How long is the piece he cuts?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The whole is 18 feet. The fraction taken is 2/3.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Multiply: 18 × 2/3 = 36/3.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Simplify: 36/3 = 12.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The piece Leo cuts is 12 feet long.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jar has 20 marbles. 3/4 are blue. How many marbles are blue?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15 blue marbles — 20 x 3/4 = 60/4 = 15.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 introduces a new kind of overlap picture -- a fraction of a fraction, where the whole itself is no longer a whole number.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earns $56 in one week. She saves 3/8 of her earnings. How much does she save?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$21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$18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$168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earns $56 in one week. She saves 3/8 of her earnings. How much does she save?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$18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$168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3796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$8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56 x 3/8 = 168/8 = 21. She saves $21.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every story has one number that is the whole and one number that is the fraction -- I look for "of" or "out of" to find them.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my answer by checking if it's smaller than the whole, since the fraction was less than 1 -- if it wasn't smaller, I knew I made an error.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each story as bars, just like the batches of trail mix -- one bar per group, shaded the same fraction each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the whole in a word problem is the total quantity the fraction is being taken from, not just the biggest number in the story.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fraction multiplication word problems.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tomorrow's model shows a fraction of a fraction.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5.05.03 Word Problems, Part 1 — Teacher Slides</dc:title>
  <dc:subject>PptxGenJS Presentation</dc:subject>
  <dc:creator>PptxGenJS</dc:creator>
  <cp:lastModifiedBy>PptxGenJS</cp:lastModifiedBy>
  <cp:revision>1</cp:revision>
  <dcterms:created xsi:type="dcterms:W3CDTF">2026-07-16T19:50:59Z</dcterms:created>
  <dcterms:modified xsi:type="dcterms:W3CDTF">2026-07-16T19:50:59Z</dcterms:modified>
</cp:coreProperties>
</file>