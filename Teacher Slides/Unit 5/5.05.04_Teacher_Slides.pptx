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Present all four. Every one has a defensible reason -- give a minute of think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Present all four. Every one has a defensible reason -- give a minute of think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today's vocabulary: unit fraction. Ask a student to explain the connection out loud.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today's vocabulary: unit fraction. Ask a student to explain the connection out loud.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the whole itself becomes a fraction, and we take a fraction of that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today the whole is no longer a whole number -- it's already a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picture a grid splitting two ways before layering fraction language on it. Transition: "Today those small pieces become our units."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banner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to the grid: 2 columns for halves, 3 rows for thirds, 6 small pieces total. Only 1 piece is both blue AND starred.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Walk through what each shaded region represents -- the overlap is the only piece that is both blue and starred.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matches the grid: denominators multiply because the grid has that many total cells. Watch for: students who try to find a common denominator like they would for addition.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explicitly asks students to verify and explain this always-smaller rule -- confirm it with the two extra examples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point to the "overlap" in the banner model from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Build the grid on the board step by step, narrating the columns, then the rows, then the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describe the grid (6 columns, 4 rows)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5.05.05 -- the same grid model, extended to fraction times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the denominators (2+7=9) instead of multiplying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the denominators (2+7=9) instead of multiplying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Unit Fraction Products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× 1/4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× 1/6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Only one whose product before simplifying is 1/6, not a unit fraction of a bigger denominator pair.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× 1/4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pair of equal fractions -- it's really finding a fraction of itself.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Gives the smallest product of the four: 1/10.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× 1/6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pair where the second denominator is double the first.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is a unit fraction of a unit fraction -- today's model shows exactly why the product is always smaller than both.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a Fraction by a Unit Fraction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 area model to multiply a fraction by a unit fraction, and explain what the overlapping region means.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 to take half of something?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rectangle is split into 2 columns and then each column is split into 3 rows, how many small pieces total?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total small pieces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 to take one fraction of another fraction?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banner is 1/2 shaded blue. Cora decorates 1/3 of the blue part with stars.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Banner: 1/2 shaded blue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 stars 1/3 of the blue part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fraction of the WHOLE banner has stars?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The Overlap Square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Blue band = 1/2 of banner   |   Orange band = 1/3 of banner   |   Dark overlap = starred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22860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17320"/>
            <a:ext cx="2286000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331720"/>
            <a:ext cx="2286000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33172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3246120"/>
            <a:ext cx="2286000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24612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417320"/>
            <a:ext cx="45720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1/3 of 1/2 = 1/6 of the whole banner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Naming Each Region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1828800" cy="79248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097280"/>
            <a:ext cx="1828800" cy="79248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89760"/>
            <a:ext cx="1828800" cy="79248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889760"/>
            <a:ext cx="1828800" cy="79248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82240"/>
            <a:ext cx="1828800" cy="79248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682240"/>
            <a:ext cx="1828800" cy="79248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097280"/>
            <a:ext cx="365760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0972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banner = 6 equal small pieces.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band (1/2) = 3 of the 6 pieces.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377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band (1/3) = 2 of the 6 pieces.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971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overlap = 1 piece = 1/6 of the whole.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Multiply Numerators, Multiply Denominators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× 1/2 = (1 × 1)/(3 × 2) = 1/6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multiply the numerators together, and multiply the denominators together. No common denominator needed.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the Product Is Always Smaller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Reasoning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says: multiplying two unit fractions always gives a smaller result than either 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a fraction OF a fraction means taking a part of a part.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× 1/5 = 1/15, and 1/2 × 1/7 = 1/14 -- both smaller than either factor.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both factors are less than 1, the product shrinks.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with a numerator of 1, like 1/3 or 1/5.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being multiplied.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region that belongs to both shaded parts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1/4 × 1/5.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77724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606040"/>
            <a:ext cx="777240" cy="310896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606040"/>
            <a:ext cx="777240" cy="310896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606040"/>
            <a:ext cx="777240" cy="310896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16936"/>
            <a:ext cx="77724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916936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916936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916936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27832"/>
            <a:ext cx="77724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3227832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227832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227832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538728"/>
            <a:ext cx="77724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38728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3538728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3538728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849624"/>
            <a:ext cx="77724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3849624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849624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3849624"/>
            <a:ext cx="777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606040"/>
            <a:ext cx="31089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06040"/>
            <a:ext cx="448056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2697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Grid: 4 columns (fourths), 5 rows (fifths) = 20 cells.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0" y="31546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Shade 1 column, 1 row -- overlap is 1 cell.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36118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Multiply: (1x1)/(4x5) = 1/20.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1/6 × 1/4.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1/24 — 1x1 = 1, 6x4 = 24.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uses the same overlap grid, but now BOTH fractions have numerators bigger than 1 -- the overlap becomes a block of cells, not just one.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1/7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1/14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2/7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1/7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1/14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2/7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Multiply numerators: 1 x 1 = 1. Multiply denominators: 2 x 7 = 14. Product: 1/14.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denominators multiply because the grid always has that many total small pieces -- columns times rows.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counting every small square in the grid and comparing that to the denominator I calculated -- they always matched.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banner split two directions at once -- one color going across, another going down -- and the overlap is where both colors land.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multiplying two unit fractions multiplies their denominators because you are splitting the whole into that many equal parts twice.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multiplying a fraction by a unit fraction.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overlap grows into a block of cells.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5.05.04 Multiplying a Fraction by a Unit Fraction — Teacher Slides</dc:title>
  <dc:subject>PptxGenJS Presentation</dc:subject>
  <dc:creator>PptxGenJS</dc:creator>
  <cp:lastModifiedBy>PptxGenJS</cp:lastModifiedBy>
  <cp:revision>1</cp:revision>
  <dcterms:created xsi:type="dcterms:W3CDTF">2026-07-16T19:53:30Z</dcterms:created>
  <dcterms:modified xsi:type="dcterms:W3CDTF">2026-07-16T19:53:30Z</dcterms:modified>
</cp:coreProperties>
</file>