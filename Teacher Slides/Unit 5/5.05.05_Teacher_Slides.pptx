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First warm-up (2 min). Collect estimates before calculating -- most students should land near, but under,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First warm-up (2 min). Collect estimates before calculating -- most students should land near, but under,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exact answer 5/8 to the estimates. Whose estimate was closest?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exact answer 5/8 to the estimates. Whose estimate was closest?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both fractions in the overlap grid have numerators greater than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 grid setup is identical to yesterday -- the only change is shading more than one row or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the unit-fraction grid model from yesterday before shading more than one row or column. Transition: "Today we shade more than just one row and one column."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 using the garden story. Take a couple of guesses before moving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to the grid: 4 columns for fourths, 3 rows for thirds, 12 small pieces total. 6 of them are both planted AND herbs.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This time the overlap is a solid block of 6 cells, not a single cell -- because both fractions have numerators greater than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matches the grid: the overlap block is (shaded columns) x (shaded rows) cells. Watch for: students who forget to simplify the final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The IP explicitly asks students to cross-simplify before multiplying -- name this shortcut so smaller numbers feel available, not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point to the "overlap" block and name its size in the garden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Build the grid on the board, narrating the columns, the rows, and then counting the overlap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find the cross-simplification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5.05.06 -- simplifying before vs. after multiplying, and why both give the same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stop at 6/15 without simplifying -- both are numerically valid but the fully simplified answer is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stop at 6/15 without simplifying -- both are numerically valid but the fully simplified answer is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 · Estimating Fraction Products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× 5/6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to nearest whole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rounds close to 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 rounds close to 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about 1 x 1 = close to 1, but a little less.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Use benchmark fractions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is more than 1/2.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 is more than 1/2.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should be more than 1/4 but less than 1.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about the grid size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would be 4 columns, 6 rows = 24 cells.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Shaded overlap: 3 columns x 5 rows = 15 cells.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15/24 is close to but under 1.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15/24 = 5/8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 × Fraction,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an area model to multiply two fractions, and identify the overlap as a block of cells, not just one.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product is easier to trust when you can see the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1/4 × 1/3. What grid would you draw?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grid has 4 columns and 3 rows, how many small cells are there in all?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total cells in the grid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two fractions overlap to show a product?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garden bed is 3/4 planted. Of that planted part, 2/3 is herbs.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Garden bed: 3/4 planted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planted part, 2/3 is herbs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fraction of the WHOLE garden is herbs?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The Garden Overlap Grid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Blue band = 3/4 planted   |   Orange band = 2/3 herbs (of the planted part)   |   Dark overlap = herb section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13716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417320"/>
            <a:ext cx="13716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417320"/>
            <a:ext cx="13716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417320"/>
            <a:ext cx="1371600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331720"/>
            <a:ext cx="13716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31720"/>
            <a:ext cx="13716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331720"/>
            <a:ext cx="1371600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331720"/>
            <a:ext cx="1371600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3246120"/>
            <a:ext cx="1371600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246120"/>
            <a:ext cx="1371600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246120"/>
            <a:ext cx="1371600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246120"/>
            <a:ext cx="1371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1417320"/>
            <a:ext cx="5486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2/3 × 3/4 = 6/12 = 1/2 of the whole garden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Counting the Overlap Block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97280"/>
            <a:ext cx="1005840" cy="85344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97280"/>
            <a:ext cx="1005840" cy="85344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097280"/>
            <a:ext cx="1005840" cy="85344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097280"/>
            <a:ext cx="1005840" cy="85344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50720"/>
            <a:ext cx="1005840" cy="85344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1950720"/>
            <a:ext cx="1005840" cy="85344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950720"/>
            <a:ext cx="1005840" cy="85344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950720"/>
            <a:ext cx="1005840" cy="85344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04160"/>
            <a:ext cx="1005840" cy="85344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2804160"/>
            <a:ext cx="1005840" cy="85344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804160"/>
            <a:ext cx="1005840" cy="85344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804160"/>
            <a:ext cx="100584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1097280"/>
            <a:ext cx="402336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09728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188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garden = 12 equal cells.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Planted (3/4) = 9 of the 12 cells.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Herbs of that (2/3) = 8 of the 9 cells.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 block = 6 cells = 1/2 of the whole.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Full Multiplication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 × 3/4 = (2 × 3)/(3 × 4) = 6/12 = 1/2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multiply the numerators together for the new numerator. Multiply the denominators together for the new denominator. Then simplify.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Shortcut: Cross-Simplify First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Efficiency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4/9 × 3/8 — look for common factors between EITHER numerator and EITHER denominator.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and 8 share a factor of 4: 4÷4=1, 8÷4=2.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and 9 share a factor of 3: 3÷3=1, 9÷3=3.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570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multiply the simplified fractions: 1/3 × 1/2 = 1/6.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rectangle grid used to picture a multiplication problem.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cross-simplify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canceling common factors between a numerator and a denominator before multiplying.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result of multiplication.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region shared by both shaded parts of the grid.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3/4 × 2/5.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82296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606040"/>
            <a:ext cx="82296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606040"/>
            <a:ext cx="82296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606040"/>
            <a:ext cx="822960" cy="310896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16936"/>
            <a:ext cx="82296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916936"/>
            <a:ext cx="82296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916936"/>
            <a:ext cx="822960" cy="310896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916936"/>
            <a:ext cx="822960" cy="310896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27832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3227832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3227832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227832"/>
            <a:ext cx="8229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538728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538728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3538728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538728"/>
            <a:ext cx="8229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849624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849624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3849624"/>
            <a:ext cx="822960" cy="310896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3849624"/>
            <a:ext cx="8229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2606040"/>
            <a:ext cx="329184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2606040"/>
            <a:ext cx="429768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6974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Grid: 4 columns (fourths), 5 rows (fifths) = 20 cells.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3154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Shade 3 columns, 2 rows -- overlap is 6 cells.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6118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Multiply: (3x2)/(4x5) = 6/20 = 3/10.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5/6 × 12/25.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2/5 — cross-simplify 6&amp;12 (÷6) and 25&amp;5 (÷5), then multiply 1x2/1x5 = 2/5.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uses this same grid, but the overlap will need to be simplified after multiplying, using two different methods that both work.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 × 2/3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2/5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6/15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5/8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 × 2/3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2/5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6/15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5/8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 x 2 = 6, 5 x 3 = 15, 6/15 simplifies to 2/5 (both options describe the same value, but 2/5 is fully simplified).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overlap is always a rectangle of cells -- its width matches the shaded columns and its height matches the shaded rows.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cross-simplifying versus multiplying straight across on the same problem -- both gave me the same final answer.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garden bed with two colors laid over each other -- the overlap is where both colors cover the same patch of ground.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the overlap block has (shaded columns times shaded rows) cells out of (total columns times total rows) cells.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multiplying a fraction by a fraction.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compares two ways to simplify the same product.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5.05.05 Fraction × Fraction, Part 1 — Teacher Slides</dc:title>
  <dc:subject>PptxGenJS Presentation</dc:subject>
  <dc:creator>PptxGenJS</dc:creator>
  <cp:lastModifiedBy>PptxGenJS</cp:lastModifiedBy>
  <cp:revision>1</cp:revision>
  <dcterms:created xsi:type="dcterms:W3CDTF">2026-07-16T19:54:56Z</dcterms:created>
  <dcterms:modified xsi:type="dcterms:W3CDTF">2026-07-16T19:54:56Z</dcterms:modified>
</cp:coreProperties>
</file>