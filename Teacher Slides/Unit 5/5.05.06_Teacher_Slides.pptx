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both paths to simplifying give the same final, fully-reduced answer.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both paths to simplifying give the same final, fully-reduced answer.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compare two paths to the same simplified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there is more than one correct path to the same fully-simplified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find common factors before layering on multiplication. Transition: "Today we use that skill to simplify fraction products."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 using the mural story. Take a couple of guesses before moving 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out: the overlap is 6 out of 15 cells, but those 6 cells can be regrouped into 2 out of 5 larger fifths -- same amount, simpler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Show both simplifying paths side by side -- same final answer, different order of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both paths from the pictorial slide land on the same fully simplified answer. Watch for: students who stop at 6/15 without simplifying.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The IP asks students to multiply three fractions and find a missing factor -- name both extensions explicitly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Have students use "simplest form" to describe today's final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finding a missing factor by dividing -- connect back to "undoing" multiplication.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spot the cancelling 11s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5.05.07 -- mixed number multiplication as an extended area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leave the answer as 24/36 without simplifying to lowest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leave the answer as 24/36 without simplifying to lowest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5.05 · Simplify After Multiplying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 × 2/3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Multiply straight across, then simplify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 = 6.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3 = 15.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6/15 simplifies to 2/5 (divide both by 3).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Cross-simplify first, then multiply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and 3 share a common factor of 3: 3÷3=1, 3÷3=1.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Multiply: 1×2 = 2 and 5×1 = 5.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2/5 -- already simplified.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Simplifying before or after multiplying...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Whether you simplify before or after multiplying, cross-simplifying just makes the numbers smaller along the way -- the final answer is identical.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6/11 × 11/12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1/2 — cross-simplify the 11s first (11/11=1), then 6/12 simplifies to 1/2.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5.05.06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 × Fraction, Part 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5 · Fraction Multiplication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two fractions and simplify the product, using either cross-simplifying or simplifying after multiplying.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fraction product is easier to trust when you can see the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greatest common factor of 6 and 15?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8/12 to lowest terms.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GCF of 6 and 15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fraction product be simplified after we see it?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A mural wall is split into fifths one way and thirds the other way. The painted part is 3/5 of 2/3.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Mural wall: painted part is 3/5 of 2/3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small pieces can be grouped into a simpler fraction?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Overlap, Then Regroup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Grid: 5 columns (fifths), 3 rows (thirds) = 15 cells; overlap = 6 cells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417320"/>
            <a:ext cx="1207008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1417320"/>
            <a:ext cx="1207008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68496" y="1417320"/>
            <a:ext cx="1207008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75504" y="1417320"/>
            <a:ext cx="1207008" cy="91440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2512" y="1417320"/>
            <a:ext cx="1207008" cy="91440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2331720"/>
            <a:ext cx="1207008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331720"/>
            <a:ext cx="1207008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8496" y="2331720"/>
            <a:ext cx="1207008" cy="914400"/>
          </a:xfrm>
          <a:prstGeom prst="rect">
            <a:avLst/>
          </a:prstGeom>
          <a:solidFill>
            <a:srgbClr val="5A3D8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5504" y="2331720"/>
            <a:ext cx="1207008" cy="91440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2331720"/>
            <a:ext cx="1207008" cy="914400"/>
          </a:xfrm>
          <a:prstGeom prst="rect">
            <a:avLst/>
          </a:prstGeom>
          <a:solidFill>
            <a:srgbClr val="F5C99B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4480" y="3246120"/>
            <a:ext cx="1207008" cy="91440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61488" y="3246120"/>
            <a:ext cx="1207008" cy="91440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68496" y="3246120"/>
            <a:ext cx="1207008" cy="914400"/>
          </a:xfrm>
          <a:prstGeom prst="rect">
            <a:avLst/>
          </a:prstGeom>
          <a:solidFill>
            <a:srgbClr val="AFC6E8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5504" y="3246120"/>
            <a:ext cx="12070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3246120"/>
            <a:ext cx="12070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1417320"/>
            <a:ext cx="603504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3/5 × 2/3 = 6/15 = 2/5 (six small pieces regroup into two fifths)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Two Paths, Same Answer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Path A: Multiply then simplify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 = 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3 = 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6/15 -- divide by 3 -- 2/5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Path B: Simplify then multiply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and 3 share a factor of 3 -- both become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 2 =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1 = 5 -- already 2/5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Always Fully Simplify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3/5 × 2/3 = 6/15 = 2/5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a fraction answer is only finished when it is fully simplified -- no common factor left between the numerator and denominator.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Three Factors in a Row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Extending the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rule works for three fractions multiplied together, one pair at a time.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× 2/3 × 3/4 -- cross-simplify across all three: the 2s cancel, the 3s cancel.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left: 1/1 × 1/1 × 1/4 = 1/4.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55701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numerators together, denominators together -- same rule, one more factor.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simplest 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fraction with no common factor left between numerator and denominator.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greatest common factor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largest number that divides evenly into two numbers.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cross-simplify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canceling common factors between a numerator and a denominator before multiplying.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factor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unknown fraction in a multiplication equation.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missing fraction: 2/3 × ___ = 1/2.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Think: what times 2/3 gives 1/2?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Divide 1/2 by 2/3: multiply by the reciprocal, 1/2 × 3/2 = 3/4.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Check: 2/3 × 3/4 = 6/12 = 1/2. Correct!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Missing factor: 3/4.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6/11 × 11/12.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1/2 — the 11s cancel, then 6/12 simplifies to 1/2.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stretches the same grid picture to mixed numbers -- whole parts and fraction parts multiplying together in one bigger rectangle.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× 8/9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2/3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24/36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11/13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× 8/9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2/3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24/36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11/13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1/3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3 x 8 = 24, 4 x 9 = 36, and 24/36 simplifies to 2/3.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it doesn't matter whether I simplify before or after multiplying -- I always land on the same final answer.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both paths on the same problem side by side to make sure they matched before trusting the shortcut.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overlap cells regrouping into bigger, simpler pieces -- six small squares becoming two bigger ones.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 fraction answer is not finished until it is in simplest form, with no common factor remaining.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simplifying fraction products.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the grid model grows to fit mixed numbers.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5.05.06 Fraction × Fraction, Part 2 — Teacher Slides</dc:title>
  <dc:subject>PptxGenJS Presentation</dc:subject>
  <dc:creator>PptxGenJS</dc:creator>
  <cp:lastModifiedBy>PptxGenJS</cp:lastModifiedBy>
  <cp:revision>1</cp:revision>
  <dcterms:created xsi:type="dcterms:W3CDTF">2026-07-16T19:56:20Z</dcterms:created>
  <dcterms:modified xsi:type="dcterms:W3CDTF">2026-07-16T19:56:20Z</dcterms:modified>
</cp:coreProperties>
</file>