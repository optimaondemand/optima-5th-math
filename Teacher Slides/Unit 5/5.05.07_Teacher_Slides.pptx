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Give 60 sec silent think time, thumbs up/down, then discuss.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Give 60 sec silent think time, thumbs up/down, then discuss.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 precisely: both the whole part and the fraction part contribute to the product.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 precisely: both the whole part and the fraction part contribute to the product.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 the mission: today's rectangle has four separate regions, one for each partial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slide (1 min). Emphasize: this is the same area-model idea from the last three lessons, just with the side lengths split into a whole part and a fraction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(3 min). Confirms mixed-to-improper conversion before the model. Transition: "Today's rectangle splits into four smaller regions."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min). Pose the essential question using the patio story. Take a couple of guesses before moving to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(3 min). Point to each region: the biggest is whole-by-whole, then two whole-by-fraction strips, then the tiny fraction-by-fraction corner.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(2 min). Walk through adding all four partial products -- this is the distributive property made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min). Confirm this shortcut matches the four-region total from the area model. Watch for: students who forget to convert back to a mixed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Gap-fill (2 min). The IP asks students to estimate before calculating exactly -- model that habit explicitly here, since rounding both up can overshoot.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min). Have students name each of the four regions using "partial product."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(3 min). Model converting both mixed numbers, multiplying, simplifying, then converting back -- narrate every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(2 min). Cold-call a student to convert both mixed numbers before revealing the answer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min). Preview 5.05.08 -- choosing the right model inside varied word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Exit Check. Watch for students who only multiply the whole number parts (4 x 3 = 12) and forget the fraction contributions.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Exit Check. Watch for students who only multiply the whole number parts (4 x 3 = 12) and forget the fraction contributions.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395728" y="164592"/>
            <a:ext cx="630936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95728" y="1645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Lesson 5.05 · Mixed Number Sense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1/2 × 2 = 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Is this true or false? Be ready to prove it.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Prove It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True or False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Some students think TRUE because…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1/2 x 2 means one and a half groups of 2.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group of 2 is 2. Half a group of 2 is 1.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+ 1 = 3.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51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6E10"/>
                </a:solidFill>
              </a:rPr>
              <a:t>Some students think FALSE because…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students think you only multiply the whole numbers: 1 x 2 = 2.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ignores the fraction part entirely.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fraction part must be multiplied too.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When you multiply a mixed number...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mixed number has a whole part AND a fraction part -- both parts must be multiplied, then combined.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1/4 × 4 = 8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2286000" y="379476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794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true or false?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False — 2 1/4 x 4 = 9, not 8. 2 x 4 = 8 for the whole part, plus 1/4 x 4 = 1 more, so 8 + 1 = 9.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5.05.07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Multiplying Mixed Numbers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5 · Fraction Multiplication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MA.5.FR.2.3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 four-region area model to multiply two mixed numbers, and explain how each region contributes to the total.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fraction product is easier to trust when you can see the pieces.”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Readiness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1 1/2 to an improper fraction.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rectangle's area is length times width. What if both the length and width have a whole part and a fraction part?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39776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9776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1 1/2 as an improper fraction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Mission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a mixed-number product be built from smaller rectangles?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37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7A"/>
                </a:solidFill>
              </a:rPr>
              <a:t>A small patio is 1 1/2 yards by 2 1/3 yards.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best guess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Patio: 1 1/2 yards by 2 1/3 yards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each side into a whole part and a fraction part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smaller rectangles appear?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Four Regions of the Patio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7A"/>
                </a:solidFill>
              </a:rPr>
              <a:t>1 1/2 yd by 2 1/3 yd, split into whole-by-whole, whole-by-fraction, and fraction-by-fraction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03120" y="1417320"/>
            <a:ext cx="4231660" cy="1829714"/>
          </a:xfrm>
          <a:prstGeom prst="rect">
            <a:avLst/>
          </a:prstGeom>
          <a:solidFill>
            <a:srgbClr val="D8CE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417320"/>
            <a:ext cx="4231660" cy="1829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1 × 2 = 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34780" y="1417320"/>
            <a:ext cx="706100" cy="1829714"/>
          </a:xfrm>
          <a:prstGeom prst="rect">
            <a:avLst/>
          </a:prstGeom>
          <a:solidFill>
            <a:srgbClr val="F5C99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4780" y="1417320"/>
            <a:ext cx="706100" cy="1829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1 × 1/3 = 1/3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3120" y="3247034"/>
            <a:ext cx="4231660" cy="913486"/>
          </a:xfrm>
          <a:prstGeom prst="rect">
            <a:avLst/>
          </a:prstGeom>
          <a:solidFill>
            <a:srgbClr val="AFC6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3247034"/>
            <a:ext cx="4231660" cy="913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1/2 × 2 = 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34780" y="3247034"/>
            <a:ext cx="706100" cy="913486"/>
          </a:xfrm>
          <a:prstGeom prst="rect">
            <a:avLst/>
          </a:prstGeom>
          <a:solidFill>
            <a:srgbClr val="5A3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4780" y="3247034"/>
            <a:ext cx="706100" cy="913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1/2 × 1/3 = 1/6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03120" y="1417320"/>
            <a:ext cx="493776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2 + 1/3 + 1 + 1/6 = 3 1/2 square yards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Adding the Four Partial Products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× 2 = 2  (whole by whole)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70992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× 1/3 = 1/3  (whole by fraction)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276856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1/2 × 2 = 1  (fraction by whole)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843784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1/2 × 1/3 = 1/6  (fraction by fraction)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41071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all four: 2 + 1/3 + 1 + 1/6 = 3 + 3/6 = 3 1/2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Convert, Multiply, Convert Back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1/2 × 2 1/3 = 3/2 × 7/3 = 21/6 = 3 1/2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7432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convert each mixed number to an improper fraction, multiply straight across, then convert the answer back to a mixed number.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Estimate Before You Calculate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Gap-Fill · Reasonableness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3/4 × 3 1/5 -- round each mixed number to the nearest whole first.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1920240"/>
          </a:xfrm>
          <a:prstGeom prst="roundRect">
            <a:avLst>
              <a:gd name="adj" fmla="val 476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2316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3/4 rounds to 3. 3 1/5 rounds to 3.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99008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Estimate: 3 x 3 = 9.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557016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answer: 2 3/4 x 3 1/5 = 8 4/5 -- close to the estimate, confirming it's reasonable.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mixed number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a whole number and a fraction together, like 1 1/2.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improper fraction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a fraction with a numerator equal to or greater than its denominator.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product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one of the smaller products that make up a bigger multiplication.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distributive property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breaking a number apart and multiplying each part separately, then adding.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Watch &amp; Follow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3 1/2 × 2 2/5.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Convert: 3 1/2 = 7/2, and 2 2/5 = 12/5.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Multiply: 7/2 × 12/5 = 84/10.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063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Simplify: 84/10 = 42/5.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661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Convert back: 42/5 = 8 2/5.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Independent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4 1/3 × 1 1/2.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828800" y="32918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291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6 1/2 — 13/3 x 3/2 = 39/6 = 6 1/2.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lesson puts everything from this week into word problems -- you'll decide which model fits each story, including mixed numbers.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1/2 × 3 2/3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16 1/2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12 2/3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7 1/6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14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1/2 × 3 2/3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16 1/2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12 2/3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7 1/6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9/2 x 11/3 = 99/6 = 16 1/2.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the area model always splits into four regions -- whole-by-whole is the biggest, fraction-by-fraction is always the smallest.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my answer by estimating first -- rounding both mixed numbers to whole numbers -- and checking that my exact answer was close.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the rectangle getting cut into four smaller rectangles, like a picture frame with one big piece and three smaller ones.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multiplying mixed numbers uses the distributive property across four partial products that must all be added together.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Practice: multiplying mixed numbers.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Finish the Show What You Know journal problems in Canvas.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Preview: tomorrow's word problems mix every model from this week.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5.05.07 Multiplying Mixed Numbers — Teacher Slides</dc:title>
  <dc:subject>PptxGenJS Presentation</dc:subject>
  <dc:creator>PptxGenJS</dc:creator>
  <cp:lastModifiedBy>PptxGenJS</cp:lastModifiedBy>
  <cp:revision>1</cp:revision>
  <dcterms:created xsi:type="dcterms:W3CDTF">2026-07-16T19:57:50Z</dcterms:created>
  <dcterms:modified xsi:type="dcterms:W3CDTF">2026-07-16T19:57:50Z</dcterms:modified>
</cp:coreProperties>
</file>