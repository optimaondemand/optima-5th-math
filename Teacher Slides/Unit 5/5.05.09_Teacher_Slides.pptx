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WODB warm-up (2 min). Present all four values. Every one has a defensible reason to be the odd one out -- give 60 seconds of silent think time before taking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WODB warm-up (2 min). Present all four values. Every one has a defensible reason to be the odd one out -- give 60 seconds of silent think time before taking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 (1 min): same structure, new numbers -- 3/8 and 8/3 are a reciprocal pair, 6 is the whole number, 1 is the self-reciprocal. Cold-call for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 (1 min): same structure, new numbers -- 3/8 and 8/3 are a reciprocal pair, 6 is the whole number, 1 is the self-reciprocal. Cold-call for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This is the closer lesson of Unit 5 -- it bridges directly into Unit 6, Fraction Division.
Transition: "Today we learn a new word -- reciprocal -- and a trick that will unlock division by fractions next unit."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statement aloud. Point out the word reciprocal -- brand new vocabulary today.
Transition: "Before we flip fractions, let's warm up the skills we'll need."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Q1 checks the multiply-numerators/multiply-denominators procedure students will use to verify reciprocal pairs.
Q2 checks writing a whole number as a fraction over 1 -- essential for finding a whole number's reciprocal.
Q3 previews that a fraction with matching numerator and denominator equals 1 whole.
Anticipated: 6/20 simplified or left unsimplified for Q1; 8/1 for Q2; 1 for Q3.
Common error: forgetting a whole number's denominator is 1.
Transition: "Keep that denominator-of-1 idea in mind -- it's about to matter a lot."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Read the scenario. Do not solve it yet -- just let students guess what "reciprocal" might mean from context.
Anticipated: guesses like "3 over 2" or "flipped."
Transition: "Let's find out exactly what flipping a fraction does."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Do not name "reciprocal" yet -- let students describe what they see in their own words.
Anticipated notices: the shaded and unshaded parts trade places; the number of pieces changes.
Anticipated wonders: why does flipping matter? does it always work?
Transition: "Let's build that flip ourselves."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Point to the shaded strip first: three of four parts shaded. Trace the flip arrow with your finger, then point to the reciprocal strip: four of three parts -- more than a whole.
Say: "To find a reciprocal, the pieces we're counting and the pieces in the whole trade jobs."
Anticipated: some students expect the shading to stay the same -- clarify that only the numbers swap, not the shaded amount.
Common error: reading the reciprocal strip as if it still represents three-fourths.
Transition: "Now let's see why multiplying these two together always lands on exactly one whole."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(4 min)
The grid is cut into 4 columns (quarters) and 3 rows (thirds) -- 12 total cells. Shading every column and every row shows every cell gets covered.
Say: "Three-fourths and four-thirds are reciprocals -- together their pieces tile the grid completely, with no gaps and no double-coverage."
Anticipated: students may think the overlap should be partial like in Unit 5's fraction-of-a-fraction models -- clarify that reciprocal pairs are the one special case where the whole grid fills.
Common error: forgetting why 12 total cells matters (4 x 3 = 12, and 12/12 = 1).
Transition: "Let's write the rule that makes this true every time."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Name the rule precisely: swap numerator and denominator. Connect it back to the concrete flip and the pictorial full grid.
Emphasize the forward connection to Unit 6 -- this is the whole reason reciprocals matter.
Transition: "Let's put precise words to today's new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 aloud. Stress that multiplicative inverse is just the formal name for the same idea as reciprocal.
Common error: confusing numerator/denominator direction when describing which one moves where in a flip.
Transition: "Let's find a reciprocal together, step by step."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Model each step on the board: swap the numbers, then multiply to check.
Anticipated: three-eighths flipped is eight-thirds.
Common error: multiplying numerator by denominator instead of numerator by numerator, denominator by denominator.
Transition: "Fractions aren't the only numbers with reciprocals -- whole numbers and mixed numbers have them too."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(4 min)
Whole numbers and mixed numbers both need a conversion step before flipping: whole number becomes a fraction over 1; mixed number becomes an improper fraction.
Anticipated: reciprocal of 9 is one-ninth.
Common error: flipping a mixed number without converting to an improper fraction first (for example, flipping 1 and 3/4 into 4/3 instead of 4/7).
Transition: "Two special numbers behave a little differently -- let's look at those."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C (3 min)
This directly answers the Independent Practice question about why 0's reciprocal is undefined.
Anticipated: students will connect it to 'anything times zero is zero.'
Common error: saying 0's reciprocal is 0 -- correct this by testing 0 x 0 = 0, not 1.
Transition: "Now try one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Circulate while students work independently. Watch for whether they convert correctly before flipping.
Anticipated: reciprocal of five-sixths is six-fifths; Kai is correct -- two-thirds is less than 1, so its reciprocal, three-halves, is greater than 1.
Common error: flipping the numbers but not checking whether the claim holds with the actual example.
Transition: "Here's exactly why this skill matters starting next unit."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Name Unit 6 explicitly. Tell students the reciprocal is not a one-day trick -- it becomes the core tool for every fraction division problem next unit.
Transition: "Let's check what stuck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pick 3/5 again (didn't flip) or 5/8 (flipped the wrong number).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pick 3/5 again (didn't flip) or 5/8 (flipped the wrong number).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5.05.09 · Reciprocals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2/9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2/9 is the only value less than 1 -- flip it and its reciprocal, 9/2, is greater than 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9/2 is the only value written as a fraction that is greater than 1.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5 is the only whole number -- rewrite it as 5/1 before you can find its reciprocal.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 is the only number that is its own reciprocal -- flip 1/1 and it is still 1/1.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 reciprocal names the number you get when you swap a fraction's numerator and denominator -- which of these four is its own reciprocal?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3/8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5.05.09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and Reciprocals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5 · Fraction Multiplication — Closer Lesson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reciprocal of a fraction, whole number, or mixed number, and explain why a number times its reciprocal always equals 1.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fraction times its reciprocal always makes exactly one whole.”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</a:rPr>
              <a:t>1. Multiply: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7315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9622" y="1485900"/>
            <a:ext cx="555955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85900"/>
            <a:ext cx="7315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0" y="1051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051560"/>
            <a:ext cx="7315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59782" y="1485900"/>
            <a:ext cx="555955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485900"/>
            <a:ext cx="7315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1031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2. Write the whole number 8 as a fraction with a denominator of 1.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546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3. Simplify: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17520" y="3200400"/>
            <a:ext cx="822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16275" y="363474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634740"/>
            <a:ext cx="822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31920" y="31546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=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89120" y="31546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20640" y="4343400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343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answers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</a:rPr>
              <a:t>A trail mix recipe uses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82035" y="1920240"/>
            <a:ext cx="625450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97680" y="11887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</a:rPr>
              <a:t>cup of nuts per batch -- knowing its reciprocal tells you how many batches one full cup of nuts can make.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97280" y="320040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004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do you think the reciprocal of two-thirds looks like?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a fraction strip next to its reciprocal strip. What changes between the two pictures? What stays exactly the same?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The Reciprocal Flip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80160"/>
            <a:ext cx="1162202" cy="11430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5162" y="1280160"/>
            <a:ext cx="1162202" cy="11430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47365" y="1280160"/>
            <a:ext cx="1162202" cy="11430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9567" y="1280160"/>
            <a:ext cx="116220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96312"/>
            <a:ext cx="464881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380817" y="3031236"/>
            <a:ext cx="3533095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31236"/>
            <a:ext cx="464881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21654" y="2103120"/>
            <a:ext cx="1049731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830214" y="1856232"/>
            <a:ext cx="25493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7A"/>
                </a:solidFill>
              </a:rPr>
              <a:t>flip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21347" y="1965960"/>
            <a:ext cx="11996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265310" y="2423160"/>
            <a:ext cx="911767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1347" y="2423160"/>
            <a:ext cx="11996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The fraction strip physically flips -- the shaded and unshaded parts trade places, and the numerator and denominator swap.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Filling the Whole Grid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18872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18872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8872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0" y="118872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05740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05740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05740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205740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292608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292608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92608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2926080"/>
            <a:ext cx="868680" cy="868680"/>
          </a:xfrm>
          <a:prstGeom prst="rect">
            <a:avLst/>
          </a:prstGeom>
          <a:solidFill>
            <a:srgbClr val="4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1188720"/>
            <a:ext cx="3474720" cy="260604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960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4 quarter-columns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411834" y="2194560"/>
            <a:ext cx="833933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15354" y="2194560"/>
            <a:ext cx="833933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093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= 1 whole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Every one of the 12 cells is shaded -- nothing left over, nothing missing: the product is exactly one whole.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Rule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a reciprocal, swap the numerator and denominator.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number times its reciprocal always equals 1.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04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FF"/>
                </a:solidFill>
              </a:rPr>
              <a:t>Looking ahead: Unit 6, Fraction Division, uses reciprocals to turn every division problem into a multiplication problem.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fraction you get when you swap a number's numerator and denominator.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multiplicative inverse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another name for reciprocal -- the number you multiply by to get 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529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top number in a fraction -- how many parts are counted.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denominator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92040" y="33375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bottom number in a fraction -- how many equal parts make one whole.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Teacher-Led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Find the reciprocal of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777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99862" y="1051560"/>
            <a:ext cx="555955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and verify the product is 1.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Step 1: Swap the numerator and denominator.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06010" y="205740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0" y="1691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77610" y="2057400"/>
            <a:ext cx="486461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517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Step 2: Multiply to verify.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368650" y="31546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54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77640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805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57370" y="31546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154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66360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=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746090" y="31546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154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35508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44"/>
                </a:solidFill>
              </a:rPr>
              <a:t>= 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88720" y="41148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1148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is the reciprocal of three-eighths?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Whole Numbers &amp; Mixed Numbers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Whole number: 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Write it as a fraction first.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1210" y="25831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831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240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2402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271370" y="2583180"/>
            <a:ext cx="486461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5831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Reciprocal of 6 is one-sixth.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41732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Mixed number: 1 and three-fourths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Write it as an improper fraction first.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2402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43170" y="25831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5831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97880" y="2240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22402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23330" y="2583180"/>
            <a:ext cx="486461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58318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92040" y="3063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Reciprocal of 1 and three-fourths is four-sevenths.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88720" y="44348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4348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is the reciprocal of the whole number 9?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Special Cases: 0 and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The number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96596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539850" y="23545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3545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flipped is still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34410" y="2354580"/>
            <a:ext cx="486461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3545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1 is the only number that is its own reciprocal.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FDECEC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The number 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0 has no reciprocal -- it is undefined.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No number multiplied by 0 can ever equal 1, because anything times 0 is always 0.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44348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4348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why can't 0 have a reciprocal?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Find the reciprocal of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939235" y="1691640"/>
            <a:ext cx="625450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691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and verify the product is 1.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Kai says: a fraction greater than 1 always has a reciprocal less than 1, and a fraction less than 1 always has a reciprocal greater than 1. Test Kai's claim using two-thirds.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reciprocal of five-sixths AND whether Kai is correct for two-thirds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up: Unit 6, Fraction Division.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 you divide by a fraction, you will multiply by its reciprocal instead -- the exact move you practiced today.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reciprocal of 3/5?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5/3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3/5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5/8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8/5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reciprocal of 3/5?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5/3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3/5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5/8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8/5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Swap the numerator and denominator: 3/5 becomes 5/3. Check: 3/5 x 5/3 = 15/15 = 1.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reciprocal pair I tried multiplied out to a fraction where the numerator and denominator matched exactly -- that's always going to simplify to 1.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picking the weirdest fraction I could, seven-fourths, flipping it to four-sevenths, and multiplying -- twenty-eight over twenty-eight, which checked out to 1.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fraction strip flipping over like a seesaw -- the shaded part and the empty part trade places, and the two strips together always tile a full whole grid with nothing left over.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 reciprocal is a number's multiplicative inverse -- the value you multiply by to get exactly 1.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Fractions and Reciprocals.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tonight's Concept Check before next class.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Get ready for Unit 6: Fraction Division -- it starts with the reciprocal trick you learned today.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5.05.09 Fractions and Reciprocals — Teacher Slides</dc:title>
  <dc:subject>PptxGenJS Presentation</dc:subject>
  <dc:creator>PptxGenJS</dc:creator>
  <cp:lastModifiedBy>PptxGenJS</cp:lastModifiedBy>
  <cp:revision>1</cp:revision>
  <dcterms:created xsi:type="dcterms:W3CDTF">2026-09-23T16:42:07Z</dcterms:created>
  <dcterms:modified xsi:type="dcterms:W3CDTF">2026-09-23T16:42:07Z</dcterms:modified>
</cp:coreProperties>
</file>