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Estimate First (2 min). Ask: is the answer bigger or smaller than one half? Bigger or smaller than one fifth? Anticipated: most will estimate 'small' or 'tiny' without a number. Common error: guessing 1/5 (dividing by only the denominator's neighbor, not multiplying it out). Transition: reveal the exact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Estimate First (2 min). Ask: is the answer bigger or smaller than one half? Bigger or smaller than one fifth? Anticipated: most will estimate 'small' or 'tiny' without a number. Common error: guessing 1/5 (dividing by only the denominator's neighbor, not multiplying it out). Transition: reveal the exact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(2 min). Have 2-3 students paraphrase out loud: 'more shares means smaller pieces.' Keep the chat word simple (e.g. 'smaller' or 'more'). Transition: try a fresh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(2 min). Have 2-3 students paraphrase out loud: 'more shares means smaller pieces.' Keep the chat word simple (e.g. 'smaller' or 'more'). Transition: try a fresh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sec). Frame the unit: 'We spent Unit 5 multiplying fractions. Now we divide them.' Transition: today's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min). Read the I Can aloud. Point out: today's division makes the answer SMALLER than the fraction we started with -- that will feel new. Transition: warm-up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min). Q1 checks unit-fraction identification (one fourth is the unit fraction -- numerator of 1). Q2 reviews reciprocals from Lesson 5.05.09. Q3 refreshes basic whole-number division fluency. Anticipated: most get Q3 instantly; Q1/Q2 may need a quick reminder. Common error: picking 3/5 for Q1 because it 'looks small.' Transition: today we divide fractions, not just whole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Anticipated: most correctly guess 'smaller.' Common error: a few may say 'bigger' thinking division always undoes fraction size intuition backwards. Transition: let's notice and wonder about the picture before naming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min). Show the plain strip (no shares cut yet). Anticipated notices: 'only one piece is shaded,' 'the strip has 6 equal parts.' Anticipated wonders: 'what happens when we cut the shaded piece into 2?' Common error: students try to split the WHOLE strip into 2 instead of just the shaded piece. Transition: let's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min). Physically walk through: 'We are not cutting the whole strip into 5 -- only the ONE shaded third gets cut into 5 shares.' Point at the highlighted sliver: it is 1 of 15 equal pieces of the whole strip. Anticipated: 'one fifteenth.' Common error: students count only within the shaded third and say 'one fifth,' forgetting to rename against the WHOLE strip. Transition: let's draw the same action as a labeled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min). Left side is the same physical cutting action as Concrete, redrawn. Right side shows the SAME whole number, flipped into a fraction (its reciprocal) -- this is the shortcut we'll formalize next. Anticipated: 'it multiplies the denominator.' Common error: flipping the unit fraction instead of the whole number. Transition: now let's name the rule precisely.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(3 min). Write the rule in words first, then show the notation. Emphasize: the numerator of the unit fraction always stays 1 -- only the denominator grows, because the whole number multiplies it. Common error: students multiply the numerator instead, which is exactly the mistake we address next. Transition: let's catch that mistake before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(3 min). This directly targets a common IP reasoning error: multiplying numerators. Have students explain out loud, using the model, why the answer must be smaller than one fifth, not bigger. Anticipated: 'because we're sharing it among more people, not adding more.' Transition: let's lock in the vocabulary we've been 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Point back to today's model: in one third divided by 5, one third is the dividend, 5 is the divisor, and one fifteenth is the quotient. Common error: mixing up dividend and divisor order. Transition: let's try a full worked example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min). Teacher-led, step by step: (1) draw the strip, (2) shade one half, (3) cut that half into 3, (4) count total pieces in the whole strip = 6, (5) write the quotient. Anticipated: students correctly say 'one sixth.' Common error: counting only 3 total pieces instead of renaming against the whole strip (6). Transition: now a word problem with the same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(4 min). Mirrors IP problem 4's structure (a fraction of a container split among people) with fresh numbers. Emphasize renaming against the whole bag (18 pieces total), not just the leftover ninth (2 pieces). Anticipated: 'one eighteenth, 18 total pieces.' Common error: answering 'one half' (only within the leftover), forgetting the whole-bag renaming. Transition: your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min). Give real independent think time before revealing. Anticipated: 'one twenty-first, 21 total pieces.' Common error: forgetting to multiply the denominator by 3 and instead adding 3 to it. Cold-call 2 students for their strategy chip choice. Transition: exit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lesson 5.06.02 without giving away the mechanics. Anticipated: 'smaller, because we're still splitting into more shares.' Transition: exit check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Give silent think time before advancing to the reveal slide. Common error: picking 'one eighth' (adding the denominators) or 'one twelfth' (multiplying only part of the way). Confirm using the flip-and-multiply rule and the total-pieces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Give silent think time before advancing to the reveal slide. Common error: picking 'one eighth' (adding the denominators) or 'one twelfth' (multiplying only part of the way). Confirm using the flip-and-multiply rule and the total-pieces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5.06.01 · Splitting a Unit Fraction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6616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3675888" y="1874520"/>
            <a:ext cx="69494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4617720" y="13716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÷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5257800" y="1371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about the piece 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half is already a big piece.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it 5 ways makes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share much smaller.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Compare to a benchmark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half is less than one whole.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equal shares of a small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piece is a tiny fraction.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the split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cutting the half-strip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5 skinny slices.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slice is way less than a fifth.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one tenth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split a unit fraction into more equal shares,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more pieces that are each smaller — the denominator gets multiplied by the number of shares.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one twenty-fourth — one fourth split into 6 shares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4" name="Shape 11"/>
          <p:cNvSpPr/>
          <p:nvPr/>
        </p:nvSpPr>
        <p:spPr>
          <a:xfrm>
            <a:off x="3447288" y="2194560"/>
            <a:ext cx="69494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4389120" y="16916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÷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4983480" y="16916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5.06.01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Unit Fraction by a Whole Number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6 · Division of Fractions · Lesson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MA.5.FR.2.3   ·   TEKS 5.3.J · 5.3.L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divide a unit fraction by a whole number by splitting it into equal shares and naming what one share is worth.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“Division asks a question: how much is in each group, or how many groups fit?”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1. Which of these is a unit fraction?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77840" y="1024128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654650" y="1412748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412748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1024128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77610" y="1412748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12748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1024128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00570" y="1412748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412748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212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2. What is the reciprocal of 4?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(flip it over a 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2128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08115" y="2624328"/>
            <a:ext cx="625450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6243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0156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Solve: 12 ÷ 4 = ____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71600" y="44348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434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to Question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World · 2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has one sixth of a roll of ribbon left over. Two teammates want to split that leftover piece evenly.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will each teammate's share be bigger or smaller than one sixth?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3D8F"/>
                </a:solidFill>
              </a:rPr>
              <a:t>Keep this scrap of ribbon in mind — we'll model it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 Before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sees this: one sixth of a strip, split into 2 equal shares. What would you build first to make the math visible?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617220" cy="50292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2697480"/>
            <a:ext cx="617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697480"/>
            <a:ext cx="617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7460" y="2697480"/>
            <a:ext cx="617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697480"/>
            <a:ext cx="617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71900" y="2697480"/>
            <a:ext cx="6172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 — Cut the Piece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Build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one shaded third. Cut that ONE piece into 5 equal shares.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4256" cy="118872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4336" y="1554480"/>
            <a:ext cx="52425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8592" y="1554480"/>
            <a:ext cx="52425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554480"/>
            <a:ext cx="52425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7104" y="1554480"/>
            <a:ext cx="52425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554480"/>
            <a:ext cx="262128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1360" y="1554480"/>
            <a:ext cx="2621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82640" y="1554480"/>
            <a:ext cx="2621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third of the strip, then that third cut into 5 shares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2004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310128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2933395" y="3653028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653028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94760" y="33101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÷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389120" y="33101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66360" y="33101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=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06440" y="3310128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905195" y="3653028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653028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97280" y="42519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2519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fraction of the WHOLE strip is one highlighted share?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 — Picture It, Then Flip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Draw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half of a strip, shared among 7 people. The picture and the flip give the same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00446" cy="118872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9086" y="1508760"/>
            <a:ext cx="30044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9531" y="1508760"/>
            <a:ext cx="30044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9977" y="1508760"/>
            <a:ext cx="30044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0423" y="1508760"/>
            <a:ext cx="30044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0869" y="1508760"/>
            <a:ext cx="30044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1314" y="1508760"/>
            <a:ext cx="300446" cy="118872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508760"/>
            <a:ext cx="210312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50876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half cut into 7 shares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417320"/>
            <a:ext cx="315860" cy="70866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0780" y="1417320"/>
            <a:ext cx="315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06640" y="1417320"/>
            <a:ext cx="315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2500" y="1417320"/>
            <a:ext cx="315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8360" y="1417320"/>
            <a:ext cx="315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4219" y="1417320"/>
            <a:ext cx="315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0079" y="1417320"/>
            <a:ext cx="315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199132"/>
            <a:ext cx="2211019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340242" y="2516886"/>
            <a:ext cx="1680375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516886"/>
            <a:ext cx="2211019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499909" y="1805940"/>
            <a:ext cx="499262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408469" y="1559052"/>
            <a:ext cx="121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7A"/>
                </a:solidFill>
              </a:rPr>
              <a:t>flip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0494" y="1668780"/>
            <a:ext cx="57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138965" y="2125980"/>
            <a:ext cx="433645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0494" y="2125980"/>
            <a:ext cx="57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71600" y="324612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3364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933395" y="3685032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6850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94760" y="33649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÷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38912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66360" y="336499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=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5905195" y="3685032"/>
            <a:ext cx="625450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36850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914400" y="42519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25196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does flipping 7 to one seventh do to the denominator?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 — The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Name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unit fraction by a whole number is the same as multiplying by its reciprocal.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1874520"/>
            <a:ext cx="67665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476195" y="251460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05740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9160" y="20574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=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447995" y="251460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the whole number becomes a reciprocal — the denominator gets multiplied by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3434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3434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numerator or denominator — which one changes?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Watch for This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Common Error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classmate says one fifth divided by 3 equals three fifths, because you multiply the numerators.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818"/>
                </a:solidFill>
              </a:rPr>
              <a:t>Their thinking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3155" y="258318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8318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86200" y="228600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84955" y="2583180"/>
            <a:ext cx="625450" cy="0"/>
          </a:xfrm>
          <a:prstGeom prst="line">
            <a:avLst/>
          </a:prstGeom>
          <a:noFill/>
          <a:ln w="19050">
            <a:solidFill>
              <a:srgbClr val="C058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58318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Wrong: multiplying makes fractions bigger, but dividing by a whole number should make the piece SMALLER.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E44"/>
                </a:solidFill>
              </a:rPr>
              <a:t>The correct way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28600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19395" y="258318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58318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8076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75120" y="2286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52360" y="22860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=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092440" y="228600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91195" y="2583180"/>
            <a:ext cx="625450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258318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93776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Flip the 3 to its reciprocal and multiply. The denominator grows, so the piece shrinks.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97280" y="411480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1148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why can't dividing by 3 make the piece bigger?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amount being divided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example: the fraction we start with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69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size or number of 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example: the whole number of shares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result of dividing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example: the size of one share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fraction flipped so numerator and denominator switch places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example: the flip of the whole number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040880" y="24688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46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half of a bag is left. Split it evenly into 3 shares. What is one share?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1249680" cy="100584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2640" y="1508760"/>
            <a:ext cx="124968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320" y="1508760"/>
            <a:ext cx="1249680" cy="100584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08760"/>
            <a:ext cx="37490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50876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60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half cut into 3 equal shares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306324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182112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750515" y="3525012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525012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11880" y="318211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÷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06240" y="318211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83480" y="318211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=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23560" y="3182112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722315" y="3525012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3525012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97280" y="416052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1605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say the answer using the word 'sixth'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 — Applied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040880" y="24688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246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trail mix bag has one ninth of it left. Two hikers split that leftover evenly. What fraction of the WHOLE bag does each hiker get?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416560" cy="914400"/>
          </a:xfrm>
          <a:prstGeom prst="rect">
            <a:avLst/>
          </a:prstGeom>
          <a:solidFill>
            <a:srgbClr val="D9941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9520" y="1691640"/>
            <a:ext cx="41656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91640"/>
            <a:ext cx="83312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5608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920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232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5544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856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2168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480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7920" y="1691640"/>
            <a:ext cx="83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one ninth cut into 2 equal shares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3154680"/>
            <a:ext cx="65836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246120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2750515" y="358902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589020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611880" y="3246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÷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206240" y="32461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83480" y="3246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=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623560" y="3246120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5722315" y="358902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589020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22960" y="416052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160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many total pieces the whole bag got cut into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 · 4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yourself: one seventh of a strip, split into 3 equal shares.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841955" y="233172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703320" y="18745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97680" y="18745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74920" y="18745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=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1500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813755" y="233172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5A7A"/>
                </a:solidFill>
              </a:rPr>
              <a:t>?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22960" y="324612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461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many total pieces the whole strip got cut into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7498080" cy="685800"/>
          </a:xfrm>
          <a:prstGeom prst="roundRect">
            <a:avLst>
              <a:gd name="adj" fmla="val 1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9319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3D8F"/>
                </a:solidFill>
              </a:rPr>
              <a:t>Strategy chips: Draw it · Flip and multiply · Check the total pieces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lesson: the fraction we divide won't stop at a unit fraction — you'll divide fractions like two thirds by a whole number.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4F5"/>
                </a:solidFill>
              </a:rPr>
              <a:t>The same reciprocal shortcut still works — you'll just multiply the numerator too.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76809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predict — will the next quotient be bigger or smaller than the starting fraction?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fourth of a strip is split evenly into 4 shares. What is one share worth?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one eighth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one sixteenth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one twelfth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four fourths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many total pieces the whole strip got cut into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fourth of a strip is split evenly into 4 shares. What is one share worth?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one eighth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 sixteenth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one twelfth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21031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four fourths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one fourth ÷ 4 = one fourth × one fourth = one sixteenth (4 × 4 = 16 total pieces)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how many total pieces the whole strip got cut into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denominator is the only number that grows when we divide a unit fraction by a whole number. The numerator always stays one, because we're still talking about one piece of something.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my answer by counting total pieces in the picture. If I say one fifteenth, I make sure the strip actually shows 15 equal pieces total, not just 5.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shaded piece getting sliced into skinnier and skinnier strips. The more people sharing that one piece, the thinner each slice looks.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to divide a unit fraction by a whole number, multiply the unit fraction by the reciprocal of that whole number.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member's approach matches how you solved today's problems?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 for Lesson 5.06.01.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In your math journal, explain in your own words why dividing by a whole number makes a unit fraction smaller.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next class we divide a non-unit fraction by a whole number.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5.06.01 Dividing a Unit Fraction by a Whole Number — Teacher Slides</dc:title>
  <dc:subject>PptxGenJS Presentation</dc:subject>
  <dc:creator>PptxGenJS</dc:creator>
  <cp:lastModifiedBy>PptxGenJS</cp:lastModifiedBy>
  <cp:revision>1</cp:revision>
  <dcterms:created xsi:type="dcterms:W3CDTF">2026-09-23T16:42:52Z</dcterms:created>
  <dcterms:modified xsi:type="dcterms:W3CDTF">2026-09-23T16:42:52Z</dcterms:modified>
</cp:coreProperties>
</file>