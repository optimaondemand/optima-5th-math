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True or False (5-7 min). Present '6 ÷ one half = 6 × 2.' Give 60 seconds of silent think time, then a thumbs vote. Anticipated: many will vote true instantly from memorizing 'flip and multiply' without knowing why. Common error: confusing 6 × 1/2 (=3) with 6 × 2 (=12). Transition: 'Let's prove which reasoning holds up.'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True or False (5-7 min). Present '6 ÷ one half = 6 × 2.' Give 60 seconds of silent think time, then a thumbs vote. Anticipated: many will vote true instantly from memorizing 'flip and multiply' without knowing why. Common error: confusing 6 × 1/2 (=3) with 6 × 2 (=12). Transition: 'Let's prove which reasoning holds up.'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in one word (e.g. 'flip', 'reciprocal', 'denominator'). Common error: saying you multiply by the fraction itself instead of its reciprocal — correct this before moving on. Transition: 'Let's try a cousin equation using the same rule.'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in one word (e.g. 'flip', 'reciprocal', 'denominator'). Common error: saying you multiply by the fraction itself instead of its reciprocal — correct this before moving on. Transition: 'Let's try a cousin equation using the same rule.'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sec). Read the lesson title aloud. Name the shift from lesson 5.06.02 (fraction ÷ whole number) to today (whole number ÷ unit fraction) — the number being cut is now the whole, not the fraction. Transition: 'Let's set today's goal.'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min). Read the I Can statement aloud. Underline 'how many pieces fit' — that phrase previews the measurement model coming in the Concrete slide. Transition: 'Before we build anything, let's warm up what we already know.'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min). Q1: a unit fraction has a numerator of 1. Q2: today the WHOLE NUMBER is what gets cut apart — the opposite of 5.06.02, where the fraction was split among people. Q3: 4 fourths fit in 1 whole. Common error: students may say 'one fourth' fits in one whole, confusing the piece with the count. Transition: 'Let's see this idea in a real kitchen.'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Read the flour scenario aloud. This is measurement division: we are asking how many one-fourth-cup scoops fit into 3 whole cups, not how the flour gets shared among people. Anticipated: guesses will range widely — some will guess less than 3 by treating the fraction like a whole-number divisor. Transition: 'Let's notice and wonder about this scoop picture before we build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min). Students often notice the scoop is small and the flour amount is a whole number. They may wonder if the answer is bigger or smaller than 3. Common error: assuming dividing always makes numbers smaller. Transition: 'Let's build it with bars cut into fourths.'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min). Physically cut each of the 3 whole bars into 4 equal fourths, then count every single piece — 12 total. NAME THE CONTRAST: in 5.06.01 and 5.06.02, a FRACTION was the thing being split (partitive division — sharing a piece among people or groups). Today the WHOLE NUMBER is the thing being cut apart, and we count how many fraction-sized pieces fit inside it — this is MEASUREMENT (quotitive) division. Common error: students count 'wholes' (3) instead of 'pieces' (12) — point to each individual segment as you count aloud. Transition: 'Let's see the same action on a number 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min). This matches Independent Practice #3 — a number line from 0 to 2 marked off in fifths. Each of the 10 bands is one jump of one fifth; walking the number line and counting jumps gives the same quotient as counting pieces did in the Concrete slide. Anticipated: students will land on 10 by either counting segments or skip-counting jumps — both are valid. Common error: stopping the count at 2 (the number of wholes) instead of continuing to 10. Transition: 'Now let's connect the picture to the multiplication shortcut.'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(3 min). Write the rule, then the worked notation for 5 ÷ one third. Emphasize this is a shortcut for exactly what the Concrete and Pictorial slides already showed — no new magic, just a faster way to count the pieces. The bottom card previews Independent Practice #5 (Sophia's reasoning claim) — confirm out loud that Sophia is correct and ask students why. Common error: flipping the whole number instead of the fraction. Transition: 'Let's name the vocabulary we've been using.'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All four terms come straight from the lesson's flip cards. Point out that today, the dividend is a whole number (not a fraction, as in 5.06.02) and the divisor is a unit fraction. Common error: mixing up dividend and divisor when writing the equation. Transition: 'Let's work a guided example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min). This matches Independent Practice #1. Point to the bar model first, then write the multiplication sentence — the model and the equation should tell the same story. Anticipated: most students will now default to 'flip and multiply' correctly. Common error: writing 3 × one fourth instead of 3 × 4. Transition: 'Let's try a word problem version of the same idea.'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(4 min). This matches Independent Practice #4 — the applied word problem. Ask students to identify the dividend (4 boards) and divisor (one sixth) before solving. Common error: students confuse this with 4 ÷ 6 (sharing 4 boards among 6 people) — clarify that one sixth is the SIZE of each piece, not the number of people. Transition: 'Now you try one on your own.'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min). This matches Independent Practice #2. Give students 90 seconds of independent work time before collecting chat answers. Anticipated: 5 × 3 = 15. Common error: writing 5 × one third = 5/3 instead of flipping the fraction. Transition: 'Here's where this idea leads next.'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that the next lesson keeps today's flip-and-multiply idea but adds one more step because the divisor's numerator is no longer 1. Transition: 'Let's check what you've learned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 (3 min). Give real silent think time before revealing. Anticipated common wrong answer: 6/5, from multiplying by one fifth instead of flipping it to 5. Another common error: 11, from adding instead of multiplying. On the reveal slide, point back to the Concrete bar model — 6 wholes cut into fifths gives 30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 (3 min). Give real silent think time before revealing. Anticipated common wrong answer: 6/5, from multiplying by one fifth instead of flipping it to 5. Another common error: 11, from adding instead of multiplying. On the reveal slide, point back to the Concrete bar model — 6 wholes cut into fifths gives 30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5.06 · Whole Number ÷ Unit Fraction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one half  =  6 × 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half is a unit fraction, so dividing by it means multiplying by its denominator.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one half asks how many halves fit inside 6 wholes.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whole holds 2 halves, so 6 wholes hold 6 × 2 = 12 halves.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sides equal 12, so the equation is true.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multiply by one half instead of flipping it: 6 × one half = 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answer does not match 6 ÷ one half, which is 12.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the fraction itself makes the number smaller — that is not what dividing by a unit fraction does.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reciprocal (flip) is the move that keeps both sides equal.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divide a whole number by a unit fraction,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whole number by a unit fraction is the same as multiplying the whole number by the fraction's denominator (its reciprocal).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÷ one third  =  9 × 3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— both sides equal 27. One third is a unit fraction, so we multiply 9 by its denominator, 3.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5.06.03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Whole Number by a Unit Fraction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6 · Division of Fractions · Lesson 3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MA.5.FR.2.3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divide a whole number by a unit fraction by finding how many unit-fraction-sized pieces fit inside the whole numbers.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“Dividing by a unit fraction means measuring how many of that fraction-sized piece fit into the whole.”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What makes a fraction a UNIT fraction?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In Lesson 5.06.02 you divided one third by 4 people. Today the whole number and the fraction trade places — which number will be the whole now?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37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How many fourths fit inside 1 whole?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to question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baker has 3 cups of flour and scoops it out using a one-fourth-cup scoop. How many scoops can the baker fill?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461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guess for how many scoops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cups of flour, scooped one fourth of a cup at a time — how many scoops until the flour is gone?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Cut the Wholes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3 whole bars, each cut into fourths — count every fourth-sized piece.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5376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63040"/>
            <a:ext cx="2633472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13632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5264" y="1463040"/>
            <a:ext cx="2633472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1463040"/>
            <a:ext cx="658368" cy="109728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6992" y="1463040"/>
            <a:ext cx="658368" cy="109728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1463040"/>
            <a:ext cx="2633472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 wholes ÷ one fourth = 12 pieces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1546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÷ one fourth = 12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Jump by Fifths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2 whole bars, each cut into fifths — the number of pieces IS the number line's jump count.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97357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5997" y="1554480"/>
            <a:ext cx="797357" cy="9144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354" y="1554480"/>
            <a:ext cx="797357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797357" cy="9144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8067" y="1554480"/>
            <a:ext cx="797357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554480"/>
            <a:ext cx="3986784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554480"/>
            <a:ext cx="797357" cy="9144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5933" y="1554480"/>
            <a:ext cx="797357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3290" y="1554480"/>
            <a:ext cx="797357" cy="9144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00646" y="1554480"/>
            <a:ext cx="797357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8003" y="1554480"/>
            <a:ext cx="797357" cy="9144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554480"/>
            <a:ext cx="3986784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2 wholes ÷ one fifth = 10 pieces (10 jumps of one fifth from 0 to 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546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÷ one fifth = 10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Multiply by the Reciprocal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number ÷ unit fraction = whole number × the fraction's denominator.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 one third = 5 × 3 = 15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490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a unit fraction is smaller than 1 whole, dividing by it always makes the quotient LARGER than the whole number you started with.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amount being divided — today, the whole number.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4904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size of the group being measured out — today, the unit fraction.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dividing — the number of unit-fraction pieces that fit.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327355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flipped so numerator and denominator switch places — one fourth flips to 4.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quotient: 3 ÷ one fourth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9408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7296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5184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423160"/>
            <a:ext cx="251155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6224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44112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9888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6224" y="2423160"/>
            <a:ext cx="251155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0928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6704" y="2423160"/>
            <a:ext cx="627888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4592" y="2423160"/>
            <a:ext cx="627888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00928" y="2423160"/>
            <a:ext cx="251155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204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Multiply 3 by the reciprocal of one fourth, which is 4.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3 × 4 = 12.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Quotient: 12 fourth-sized pieces fit inside 3 wholes.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 · Word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carpenter has 4 boards. He cuts each board into pieces that are one sixth of a board long. How many pieces does he get in all?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697480"/>
            <a:ext cx="1865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0048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80944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0048" y="2697480"/>
            <a:ext cx="1865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41264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08576" y="2697480"/>
            <a:ext cx="1865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47104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0688" y="2697480"/>
            <a:ext cx="310896" cy="6858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1584" y="2697480"/>
            <a:ext cx="310896" cy="685800"/>
          </a:xfrm>
          <a:prstGeom prst="rect">
            <a:avLst/>
          </a:prstGeom>
          <a:solidFill>
            <a:srgbClr val="1B2A4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47104" y="2697480"/>
            <a:ext cx="186537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657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boards ÷ one sixth = 4 × 6 = 24 pieces.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quotient: 5 ÷ one third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quotient AND the multiplication sentence you used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3D8F"/>
                </a:solidFill>
              </a:rPr>
              <a:t>Strategy chips: Draw the bars  ·  Multiply by the reciprocal  ·  Check with the number line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divide a whole number by a fraction that is NOT a unit fraction — the same reciprocal move works, but you'll multiply by the reciprocal AND then account for the numerator.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one fifth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6/5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one fifth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6/5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6 ÷ one fifth = 6 × 5 = 30 — multiply the whole number by the denominator (the reciprocal of the unit fraction).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every time the divisor was a unit fraction, the answer was just the whole number times the denominator. Whole times bigger denominator — the quotient keeps growing.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counting the actual pieces in the bar model for 3 ÷ one fourth. I counted 12 pieces by hand, and 3 × 4 also gave me 12, so the shortcut checks 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cutting whole loaves into fourths and lining every piece up in a row. The number of pieces in that row is the answer — I don't even need the equation to see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quotient equals the dividend multiplied by the reciprocal of the divisor. Naming it that way keeps 'dividend' and 'divisor' from getting swapped.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5.06.03.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Watch the Scooper video (if assigned) and try one extra whole-number ÷ unit-fraction problem.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Be ready to explain: why does dividing by a unit fraction make the answer bigger?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5.06.03 Dividing a Whole Number by a Unit Fraction — Teacher Slides</dc:title>
  <dc:subject>PptxGenJS Presentation</dc:subject>
  <dc:creator>PptxGenJS</dc:creator>
  <cp:lastModifiedBy>PptxGenJS</cp:lastModifiedBy>
  <cp:revision>1</cp:revision>
  <dcterms:created xsi:type="dcterms:W3CDTF">2026-09-23T16:47:03Z</dcterms:created>
  <dcterms:modified xsi:type="dcterms:W3CDTF">2026-09-23T16:47:03Z</dcterms:modified>
</cp:coreProperties>
</file>