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all four expressions. Every one can be defended as the one that doesn't belong — give a full minute of silent think time before any hands go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all four expressions. Every one can be defended as the one that doesn't belong — give a full minute of silent think time before any hands go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Connect back to the vocabulary word quotient before moving into today's word-problem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Connect back to the vocabulary word quotient before moving into today's word-problem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Name this as the CLOSER for Unit 6 — today is not a new computation skill, it's about reading a story and choosing which of the four division types it needs.
Transition: "Let's look at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Emphasize: today's challenge isn't the computation — students already know how to compute all four types. The challenge is matching the story to the right model.
Common error: students jump straight to computing without deciding what type of division the story describes.
Transition: "Let's warm up by reviewing all four types quickly."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Quick fluency review of all three non-unit-fraction division shapes before today's word problems begin. Answers: 1/3÷4=1/12, 6÷1/2=12, 5÷2/3=7 1/2 (7 remainder 1/2, so 7 full groups and 2/3 of another).
Common error: forgetting that 6÷1/2 gets BIGGER, not smaller.
Transition: "Now let's see why choosing the model matters more than the computation."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scenario aloud. This story has TWO steps that need two different division types — don't solve it yet, just identify the order.
Anticipated: students may say whole÷fraction first (cutting pizzas into fourths), then fraction÷whole second (splitting the leftover 3/4 among 3 teachers).
Common error: students try to compute immediately instead of naming the type first.
Transition: "Let's notice exactly what's different about how these stories are worded."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both story snippets side by side. The key skill today is reading STRUCTURE, not just numbers — 'split evenly among' signals fraction÷whole number; 'cut into pieces of a certain size, how many' signals whole number÷fraction.
Anticipated: students notice the first story starts with a fraction and ends with a whole number of people; the second starts with a whole number and ends with a fraction-sized piece.
Transition: "Let's build the first kind of story with our hands."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is the physical action: cut EACH shaded piece into the number of shares the story asks for. Point to the highlighted share and confirm it's one-sixth.
Anticipated: students may want to cut the whole bar into 2, not just the shaded 2/3 — clarify only the amount Jonah HAS gets shared.
Common error: sharing the whole bar (1÷2) instead of just the 2/3 he has (2/3÷2).
Transition: "Now let's look at a story that measures instead of shares."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time the physical action is cutting whole units into fraction-sized segments and counting groups, not sharing pieces. Emphasize that the diagram no longer needs the board/ribbon/story language to make sense.
Anticipated: students count 8 alternating-colored bands.
Common error: confusing this with the concrete slide's sharing model — ask 'are we splitting a piece into shares, or counting fraction-sized groups?'
Transition: "Let's turn this into a decision rule you can use on any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This is an explanatory summary, not a quiz — walk through both questions in order, out loud, for the hook story from slide 8. A two-step story needs to work through this rule twice.
Common error: students try to memorize keywords instead of picturing the physical action each question describes.
Transition: "Let's put a name to the parts of every division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Tie each term directly back to the decision rule from the prior slide — dividend and divisor are the two numbers in the story, quotient is the answer, and equal groups is the phrase that tips you off.
Transition: "Let's use all of this on two worked word problems."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out loud: 'every three-fourths' signals whole÷fraction. Count the bands together — 8 complete groups of three-fourths.
Anticipated: some students count individual fourths (24) instead of grouped bands (8) — clarify a 'piece' is three-fourths, not one-fourth.
Common error: dividing 6÷4 or 6÷3 instead of 6÷(3/4).
Transition: "Now let's try a story with two fractions in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one has a fraction dividend AND a fraction divisor with the same denominator — the physical action is counting how many one-eighth groups fit inside the shaded five-eighths.
Anticipated: students may want to convert to a mixed model — remind them same-denominator fraction division is just counting how many of the small piece fit in the big piece.
Common error: subtracting numerators (5-1) instead of dividing.
Transition: "Now it's your turn to try one on your own."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Give real independent think time before revealing anything. Students should name the type (fraction ÷ whole number) before computing.
Anticipated: two-thirds ÷ 2 = one-third.
Common error: dividing the whole meter (1) instead of the two-thirds Sam actually has.
Transition: "Let's zoom out to where this thinking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Name this explicitly as the closing skill of Unit 6 — the computations were the easy part; reading structure is the transferable skill.
Transition: "Let's check that thinking with two quick problems."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CHECK: give real silent think time on slide A. On the reveal, confirm students both picked the correct type AND computed 10 — the goal is both the type ID and the answer.
Common error: picking 'whole ÷ unit fraction' because a fraction is involved, without checking whether the divisor is a unit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CHECK: give real silent think time on slide A. On the reveal, confirm students both picked the correct type AND computed 10 — the goal is both the type ID and the answer.
Common error: picking 'whole ÷ unit fraction' because a fraction is involved, without checking whether the divisor is a unit fraction.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5.06.05 · Choosing the Right Division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2/5 ÷ 4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÷ 1/3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÷ 3/4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÷ 1/2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2/5 ÷ 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where a fraction is shared among a whole number of groups — the quotient ends up smaller than the fraction you started with.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÷ 1/3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where a whole number is cut into unit-fraction-sized pieces — the quotient (24) is much larger than the whole number you started with.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÷ 3/4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dividing by a non-unit fraction — you have to count groups of three-fourths, not just one-fourths at a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÷ 1/2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is the only one where the divisor equals the dividend, so the quotient is exactly one whole group — no leftover pieces to picture.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QUOTIENT is the answer to a division problem. Which item's quotient equals exactly 1, with nothing left over?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3/8 ÷ 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 1/6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÷ 2/5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÷ 3/4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5.06.05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Problems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6 · Division of Fractions — Unit Closer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MA.5.AR.1.3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read a fraction-division word problem and choose the correct model — splitting a fraction among groups, or measuring how many fraction-sized groups fit inside a whole number — before I solve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story tells you which division is happening: sharing language points to fraction divided by whole number, measuring language points to whole number divided by fraction.”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Fraction ÷ Whole Number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0014" y="2194560"/>
            <a:ext cx="70536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1828800"/>
            <a:ext cx="11932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4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Whole Number ÷ Unit Fraction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828800"/>
            <a:ext cx="1113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3148" y="178308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724522" y="2240280"/>
            <a:ext cx="70536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3148" y="224028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051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Whole Number ÷ Non-Unit Fraction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11137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÷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02068" y="178308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513442" y="2240280"/>
            <a:ext cx="70536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2068" y="224028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371600" y="448056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4805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class party, 4 whole pizzas are left. Ms. Rivera cuts every pizza into fourths so each student can take one slice home — then, 3 teachers split the 3/4 of a pizza that's left over evenly among themselves.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576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happens first — fraction ÷ whole number, or whole number ÷ fraction?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Compare the Wording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“Three friends split three-fourths of a sandwich evenly.”  vs.  “A 6-foot ribbon is cut into pieces one-fourth of a foot long. How many pieces?”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Sort the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Story: Jonah has two-thirds of a candy bar left. He splits it evenly between himself and one friend.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783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SHARING → CUT EACH PIECE INTO SHARES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1066800" cy="118872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8400" y="2286000"/>
            <a:ext cx="1066800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286000"/>
            <a:ext cx="213360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5200" y="2286000"/>
            <a:ext cx="1066800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286000"/>
            <a:ext cx="1066800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5200" y="2286000"/>
            <a:ext cx="213360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38800" y="2286000"/>
            <a:ext cx="213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Two-thirds of the bar, each shaded third cut into 2 equal shares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88620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931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The highlighted share is one-sixth of the whole bar — that's how much each person gets.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General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Measuring Groups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326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Story: a 4-foot board is cut into pieces one-half foot long. How many pieces?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886968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1783080"/>
            <a:ext cx="886968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83080"/>
            <a:ext cx="1773936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783080"/>
            <a:ext cx="886968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48456" y="1783080"/>
            <a:ext cx="886968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1783080"/>
            <a:ext cx="1773936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783080"/>
            <a:ext cx="886968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95544" y="1783080"/>
            <a:ext cx="886968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783080"/>
            <a:ext cx="1773936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1783080"/>
            <a:ext cx="886968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42632" y="1783080"/>
            <a:ext cx="886968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1783080"/>
            <a:ext cx="1773936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4 wholes, each cut into halves — 8 equal groups counted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20040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918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Stripped of the story, the diagram is the same every time: cut each whole into fraction-sized pieces, then count all the pieces made. The count of groups IS the quotient.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Decision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How to Decide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Question 1: Is a fraction being shared among a whole number of people or groups?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→ that's fraction divided by whole number. The quotient will be smaller than the fraction you started with. Look for words like “split evenly,” “share among,” or “each person gets.”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Question 2: Is a whole number being cut into fraction-sized pieces that you need to count?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→ that's whole number divided by fraction. The quotient will be larger than the whole number you started with. Look for words like “every,” “how many pieces,” or “how many fit.”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Word-Problem Language Cues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amount the story starts with — the fraction or whole number being divided.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49047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size or number of groups in the story — the “how many people” or “how big a piece”.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the division — how much is in each group, or how many groups there are.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groups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273552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phrase in a story that signals division, like “split evenly” or “how many fit.”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Whole Number ÷ Non-Unit Fraction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rope is 6 meters long. Pieces are cut every three-fourths of a meter. How many pieces of rope are there?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3960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3520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103120"/>
            <a:ext cx="11582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5792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35352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4912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4472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5792" y="2103120"/>
            <a:ext cx="11582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77184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66744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56304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45864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77184" y="2103120"/>
            <a:ext cx="11582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8136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7696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7256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08576" y="2103120"/>
            <a:ext cx="11582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39968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9528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08648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39968" y="2103120"/>
            <a:ext cx="11582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71360" y="2103120"/>
            <a:ext cx="28956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60920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50480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40040" y="2103120"/>
            <a:ext cx="289560" cy="100584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71360" y="2103120"/>
            <a:ext cx="11582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6 wholes, each cut into fourths, banded in groups of 3 fourths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4400" y="3520440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Type: whole number ÷ fraction  ·  6 ÷ three-fourths = 8 pieces. Notice the answer (8) is larger than the whole number we started with (6).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Fraction ÷ Fraction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ribbon is five-eighths of a yard long. Mia cuts pieces that are each one-eighth of a yard. How many pieces can she cut?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800100" cy="6858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1700" y="2148840"/>
            <a:ext cx="800100" cy="6858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148840"/>
            <a:ext cx="800100" cy="6858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1900" y="2148840"/>
            <a:ext cx="800100" cy="6858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148840"/>
            <a:ext cx="800100" cy="68580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2100" y="2148840"/>
            <a:ext cx="8001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148840"/>
            <a:ext cx="8001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2300" y="2148840"/>
            <a:ext cx="8001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Five-eighths of the ribbon, shaded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26464" y="3108960"/>
            <a:ext cx="694944" cy="365760"/>
          </a:xfrm>
          <a:prstGeom prst="roundRect">
            <a:avLst>
              <a:gd name="adj" fmla="val 15000"/>
            </a:avLst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26464" y="310896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26564" y="3108960"/>
            <a:ext cx="694944" cy="365760"/>
          </a:xfrm>
          <a:prstGeom prst="roundRect">
            <a:avLst>
              <a:gd name="adj" fmla="val 15000"/>
            </a:avLst>
          </a:prstGeom>
          <a:solidFill>
            <a:srgbClr val="2E6E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26564" y="310896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26664" y="3108960"/>
            <a:ext cx="694944" cy="365760"/>
          </a:xfrm>
          <a:prstGeom prst="roundRect">
            <a:avLst>
              <a:gd name="adj" fmla="val 15000"/>
            </a:avLst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26664" y="310896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26764" y="3108960"/>
            <a:ext cx="694944" cy="365760"/>
          </a:xfrm>
          <a:prstGeom prst="roundRect">
            <a:avLst>
              <a:gd name="adj" fmla="val 15000"/>
            </a:avLst>
          </a:prstGeom>
          <a:solidFill>
            <a:srgbClr val="2E6E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6764" y="310896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26864" y="3108960"/>
            <a:ext cx="694944" cy="365760"/>
          </a:xfrm>
          <a:prstGeom prst="roundRect">
            <a:avLst>
              <a:gd name="adj" fmla="val 15000"/>
            </a:avLst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10896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0" y="3611880"/>
            <a:ext cx="6400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7588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shaded one-eighth is one group. Counting them: 5 groups. Five-eighths ÷ one-eighth = 5.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garden bed is two-thirds of a meter wide. Two gardeners split it evenly between them. What fraction of the meter does each gardener get?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division type this is AND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 story to the right model — sharing versus measuring — is the same thinking you'll use with decimals, ratios, and measurement conversions in every unit ahead, wherever a story hides more than one possible operation.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 holds 4 liters of paint. Each mural needs two-fifths of a liter. How many murals can be painted? Which division type is this?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Fraction ÷ Whole Number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514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Whole ÷ Unit Fraction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514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Whole ÷ Non-Unit Fraction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61188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6118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 AND how many murals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 holds 4 liters of paint. Each mural needs two-fifths of a liter. How many murals can be painted? Which division type is this?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Fraction ÷ Whole Number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514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Whole ÷ Unit Fraction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514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Whole ÷ Non-Unit Fraction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4 ÷ two-fifths = 10 murals. A whole number (4 liters) is being cut into fraction-sized pieces (two-fifths), so the quotient (10) is larger than the whole number we started with.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61188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6118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 AND how many murals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word 'each' right before a fraction usually means whole number divided by fraction, while 'split evenly' points to fraction divided by whole number. The wording is the real clue.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model by comparing the quotient to the dividend: if my answer got bigger than the number I started with, that confirmed I was measuring groups, not sharing pieces.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cutting the exact shape the story describes — slicing one shaded piece into shares for a sharing story, or cutting a long strip into fraction-sized chunks and counting them for a measuring story.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name the dividend and divisor from the story first, then decide whether the quotient answers 'how much in each group' or 'how many groups.'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member's approach matched how you solved today's word problems?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5.06.05 — Word Problems.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For each problem, write the division type before you solve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Review your Unit 6 vocabulary: dividend, divisor, quotient, equal groups.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5.06.05 Word Problems — Teacher Slides</dc:title>
  <dc:subject>PptxGenJS Presentation</dc:subject>
  <dc:creator>PptxGenJS</dc:creator>
  <cp:lastModifiedBy>PptxGenJS</cp:lastModifiedBy>
  <cp:revision>1</cp:revision>
  <dcterms:created xsi:type="dcterms:W3CDTF">2026-09-23T16:49:54Z</dcterms:created>
  <dcterms:modified xsi:type="dcterms:W3CDTF">2026-09-23T16:49:54Z</dcterms:modified>
</cp:coreProperties>
</file>