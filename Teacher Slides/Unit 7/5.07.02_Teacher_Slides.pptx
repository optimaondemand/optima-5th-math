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(2 min) Present the problem. Give 60 seconds of silent think time before taking strategies.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(2 min) Present the problem. Give 60 seconds of silent think time before taking strategies.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(2 min) Name the rule: distribute across the whole and fraction parts. Have students try the cousin problem to confirm the strategy transfers.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(2 min) Name the rule: distribute across the whole and fraction parts. Have students try the cousin problem to confirm the strategy transfers.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(1 min) Title slide. Yesterday's lesson converted a fraction of a unit into a smaller unit. Today that same fraction multiplication finds the area of a rectangle.
Transition: "Here's exactly what today's goal is."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(2 min) Read the I Can aloud. The key idea is that area doesn't change meaning when a side is a fraction -- you're still counting square units, some of them just aren't whole squares.
Common error: students think a fractional side means a totally different process instead of the same tiling idea.
Transition: "Let's warm up on the multiplication facts we'll need today."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(3 min) These unit-fraction x whole-number facts (3, 3, 2) are the same multiplication move today's area model uses. Confirm all three before moving on.
Common error: dividing instead of multiplying, or forgetting to simplify.
Transition: "Let's see why we'd ever need to multiply a fraction to find an area."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(3 min) Read the bulletin-board scenario aloud. Don't solve it yet -- the goal is to notice that a physical model (tiling square feet onto the board) makes the area visible before any multiplying happens.
Anticipated: students may say 'draw a grid of squares' or 'tile it with square feet.'
Common error: guessing an answer without a model.
Transition: "Let's notice and wonder about this board before we build it."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(3 min) Give quiet think time, then share out. Students should notice the sides aren't whole feet and wonder how to count square feet when the sides don't line up evenly.
Anticipated: 'I wonder what happens to the leftover part of a square.'
Transition: "Let's build a simpler rectangle first and tile it with unit squares."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(4 min) Physically build this with paper unit squares: tile 3 full columns of 2 squares each (6 squares), then lay the leftover half-foot strip and show 2 half-squares combining into 1 more whole square.
Anticipated: students count 6 whole squares plus 1 combined square = 7.
Common error: students count the 2 half-squares as 2 whole squares instead of combining them into 1.
Transition: "Let's draw this same idea as a picture, without the physical tiles."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(3 min) Walk through the split: the wide shaded region is the whole-number part (3 x 2 = 6), the narrow strip is the fraction part (one-half x 2 = 1). Add the two partial areas together.
Common error: forgetting to add the fraction part's area back in.
Transition: "Let's name the general rule this always follows."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(2 min) State the rule precisely. Emphasize this is the SAME multiplication move regardless of whether the sides are whole numbers or fractions.
Common error: forgetting the answer is in square units, not linear units.
Transition: "Let's put a name to the words we've been using."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(2 min) Quick vocabulary check. Point out that base and height are just the two side lengths we multiply for a rectangle's area.
Transition: "Let's use all of this in a full worked example."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(4 min) Model this step by step: 6 x two-thirds = 12/3 = 4 square meters.
Common error: multiplying 6 only by the denominator, or forgetting to simplify the fraction at the end.
Transition: "What if we know the area and one side, but not the other?"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(4 min) When area and one side are known, the missing side comes from dividing. 10 divided by five-halves means multiplying by the reciprocal: 10 x two-fifths = 4.
Common error: multiplying area by width instead of dividing.
Transition: "Let's reason about area without calculating at all."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(3 min) This is a reasoning-only question -- no calculating required. Multiplying a whole number by a fraction less than 1 always gives a product smaller than the whole number.
Common error: students assume multiplication always makes numbers bigger.
Transition: "Now you try one on your own, with a real-world context."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(4 min) Students work independently, then respond in chat. 3 and one-half x 2 and one-fourth = 7 and seven-eighths square feet (distribute: 3x2=6, 3x1/4=3/4, 1/2x2=1, 1/2x1/4=1/8; 6+3/4+1+1/8=7 7/8).
Anticipated error: students may only compute the whole-number part (3x2=6) and stop.
Transition: "Here's where this skill leads next."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(1 min) Preview tomorrow's shift from tiling a rectangle to cutting one in half diagonally -- same area thinking, a new shape.
Transition: "Let's check what you've got today."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CHECK -- QUESTION (give real think time before advancing; do not reveal yet)
Correct answer: 6 sq cm. 8 comes from forgetting to multiply by the fraction at all. 32 comes from multiplying 8 by 4 instead of by 3/4. 11 comes from an unrelated addition error.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CHECK -- REVEAL (advance only after students have responded in chat)
Correct answer: 6 sq cm. 8 comes from forgetting to multiply by the fraction at all. 32 comes from multiplying 8 by 4 instead of by 3/4. 11 comes from an unrelated addition error.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MATH CREW (~1-2 min)
Briefly read one or two cards — whichever matches where students are in their thinking.
Give real think time before calling on students to share which crew member's approach matches their 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1828800" cy="292608"/>
          </a:xfrm>
          <a:prstGeom prst="roundRect">
            <a:avLst>
              <a:gd name="adj" fmla="val 18750"/>
            </a:avLst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NUMBER TALK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029968" y="164592"/>
            <a:ext cx="6675120" cy="292608"/>
          </a:xfrm>
          <a:prstGeom prst="roundRect">
            <a:avLst>
              <a:gd name="adj" fmla="val 18750"/>
            </a:avLst>
          </a:prstGeom>
          <a:solidFill>
            <a:srgbClr val="2A3B5A"/>
          </a:solidFill>
          <a:ln w="12700">
            <a:solidFill>
              <a:srgbClr val="2A3B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29968" y="164592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  ·  5.07.02 · Multiplying a Whole Number by a Mixed Number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8229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x 2⅓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899BB"/>
                </a:solidFill>
              </a:rPr>
              <a:t>What do you notice? What strategies come to mind?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Strategy Gallery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Number Talk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2560320" cy="34747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0241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Distribute whole + fraction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1508760"/>
            <a:ext cx="22860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6002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x 2 = 10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21031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x one-third = five-thirds = 1 and two-thirds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26060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+ 1 and two-thirds = 11 and two-thirds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0" y="960120"/>
            <a:ext cx="2560320" cy="34747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10241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Convert to improper fraction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337560" y="1508760"/>
            <a:ext cx="22860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960120"/>
            <a:ext cx="2560320" cy="34747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80760" y="10241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Repeated addition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80760" y="1508760"/>
            <a:ext cx="22860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828800" y="4526280"/>
            <a:ext cx="54864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28800" y="452628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which strategy did you try first?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NUMBER TALK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</a:rPr>
              <a:t>The Rule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6350">
            <a:solidFill>
              <a:srgbClr val="8888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08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CCFF"/>
                </a:solidFill>
              </a:rPr>
              <a:t>Every time you multiply by a mixed number, you ___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Multiplying by a mixed number means multiplying by the whole-number part AND the fraction part, then adding the two results together.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286000" y="4343400"/>
            <a:ext cx="45720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0" y="434340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one word for the rule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NUMBER TALK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</a:rPr>
              <a:t>Try It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6350">
            <a:solidFill>
              <a:srgbClr val="55AA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x 3⅕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2286000" y="3794760"/>
            <a:ext cx="45720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379476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4343400"/>
            <a:ext cx="7315200" cy="457200"/>
          </a:xfrm>
          <a:prstGeom prst="roundRect">
            <a:avLst>
              <a:gd name="adj" fmla="val 16000"/>
            </a:avLst>
          </a:prstGeom>
          <a:solidFill>
            <a:srgbClr val="1A5533"/>
          </a:solidFill>
          <a:ln w="12700">
            <a:solidFill>
              <a:srgbClr val="1A55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343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FFDD"/>
                </a:solidFill>
              </a:rPr>
              <a:t>Answer: 12 and four-fifths -- 4x3=12, 4 x one-fifth = four-fifths, 12 + four-fifths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spc="200" kern="0" dirty="0">
                <a:solidFill>
                  <a:srgbClr val="FFFFFF"/>
                </a:solidFill>
              </a:rPr>
              <a:t>Optima Academy Online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D9941A"/>
                </a:solidFill>
              </a:rPr>
              <a:t>5.07.02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Fractions and Area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AAACC"/>
                </a:solidFill>
              </a:rPr>
              <a:t>Unit 7: Measurement and Area · Lesson 2 of 5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FFFFFF"/>
                </a:solidFill>
              </a:rPr>
              <a:t>MA.5.GR.2.1   ·   MTR.2.1   ·   MTR.5.1   ·   TX 5.4.H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CCCEE"/>
                </a:solidFill>
              </a:rPr>
              <a:t>Teacher Slides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Today's Goal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Learning Objective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1508760"/>
          </a:xfrm>
          <a:prstGeom prst="roundRect">
            <a:avLst>
              <a:gd name="adj" fmla="val 6061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7899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A3D8F"/>
                </a:solidFill>
              </a:rPr>
              <a:t>I can...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46304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can find the area of a rectangle with a fractional or mixed-number side length by tiling it with unit squares.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8346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5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“Area still means covering a shape with square units -- a fractional side just means some of those squares are cut into smaller pieces.”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Warm-Up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Readiness Check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5156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12344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274674" y="1645920"/>
            <a:ext cx="833933" cy="0"/>
          </a:xfrm>
          <a:prstGeom prst="line">
            <a:avLst/>
          </a:prstGeom>
          <a:noFill/>
          <a:ln w="19050">
            <a:solidFill>
              <a:srgbClr val="1A1A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02920" y="21031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6 = ___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40080" y="2514600"/>
            <a:ext cx="21031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606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Fill in the blank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154680" y="105156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31920" y="12344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063594" y="1645920"/>
            <a:ext cx="833933" cy="0"/>
          </a:xfrm>
          <a:prstGeom prst="line">
            <a:avLst/>
          </a:prstGeom>
          <a:noFill/>
          <a:ln w="19050">
            <a:solidFill>
              <a:srgbClr val="1A1A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3192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291840" y="21031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9 = ___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3429000" y="2514600"/>
            <a:ext cx="21031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0" y="2606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Fill in the blank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43600" y="105156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20840" y="12344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6852514" y="1645920"/>
            <a:ext cx="833933" cy="0"/>
          </a:xfrm>
          <a:prstGeom prst="line">
            <a:avLst/>
          </a:prstGeom>
          <a:noFill/>
          <a:ln w="19050">
            <a:solidFill>
              <a:srgbClr val="1A1A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2084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080760" y="21031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8 = ___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6217920" y="2514600"/>
            <a:ext cx="21031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80760" y="2606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Fill in the blank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371600" y="416052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371600" y="416052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all three answers, in order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Hook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Real-World Context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51560"/>
            <a:ext cx="82296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23444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bulletin board is 3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3063240" y="14173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140050" y="1874520"/>
            <a:ext cx="486461" cy="0"/>
          </a:xfrm>
          <a:prstGeom prst="line">
            <a:avLst/>
          </a:prstGeom>
          <a:noFill/>
          <a:ln w="19050">
            <a:solidFill>
              <a:srgbClr val="4A3D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63240" y="18745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794760" y="1234440"/>
            <a:ext cx="1371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feet by 2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5120640" y="14173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197450" y="1874520"/>
            <a:ext cx="486461" cy="0"/>
          </a:xfrm>
          <a:prstGeom prst="line">
            <a:avLst/>
          </a:prstGeom>
          <a:noFill/>
          <a:ln w="19050">
            <a:solidFill>
              <a:srgbClr val="4A3D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0" y="18745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852160" y="1234440"/>
            <a:ext cx="2743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feet. How much felt is needed to cover it?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14400" y="3520440"/>
            <a:ext cx="73152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520440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what would you build first to make the area visible?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Notice &amp; Wonder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Think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5156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bulletin board measures 3 and one-half feet by 2 and one-fourth feet, but the tape measure only shows whole-foot marks.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315468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246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I notice...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315468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3246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E44"/>
                </a:solidFill>
              </a:rPr>
              <a:t>I wonder...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Concrete: Tiling the Garden Bed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Physical Action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14400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9144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3D8F"/>
                </a:solidFill>
              </a:rPr>
              <a:t>A garden bed is 3 and one-half feet long and 2 feet wide. Tile it with unit squares and count.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463040" y="1691640"/>
            <a:ext cx="1645920" cy="1005840"/>
          </a:xfrm>
          <a:prstGeom prst="rect">
            <a:avLst/>
          </a:prstGeom>
          <a:solidFill>
            <a:srgbClr val="4A3D8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3040" y="169164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108960" y="1691640"/>
            <a:ext cx="1645920" cy="1005840"/>
          </a:xfrm>
          <a:prstGeom prst="rect">
            <a:avLst/>
          </a:prstGeom>
          <a:solidFill>
            <a:srgbClr val="4A3D8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08960" y="169164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1691640"/>
            <a:ext cx="1645920" cy="1005840"/>
          </a:xfrm>
          <a:prstGeom prst="rect">
            <a:avLst/>
          </a:prstGeom>
          <a:solidFill>
            <a:srgbClr val="4A3D8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69164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0" y="1691640"/>
            <a:ext cx="822960" cy="1005840"/>
          </a:xfrm>
          <a:prstGeom prst="rect">
            <a:avLst/>
          </a:prstGeom>
          <a:solidFill>
            <a:srgbClr val="4A3D8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23760" y="1691640"/>
            <a:ext cx="822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1463040" y="2697480"/>
            <a:ext cx="1645920" cy="1005840"/>
          </a:xfrm>
          <a:prstGeom prst="rect">
            <a:avLst/>
          </a:prstGeom>
          <a:solidFill>
            <a:srgbClr val="4A3D8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63040" y="269748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108960" y="2697480"/>
            <a:ext cx="1645920" cy="1005840"/>
          </a:xfrm>
          <a:prstGeom prst="rect">
            <a:avLst/>
          </a:prstGeom>
          <a:solidFill>
            <a:srgbClr val="4A3D8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08960" y="269748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54880" y="2697480"/>
            <a:ext cx="1645920" cy="1005840"/>
          </a:xfrm>
          <a:prstGeom prst="rect">
            <a:avLst/>
          </a:prstGeom>
          <a:solidFill>
            <a:srgbClr val="4A3D8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269748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0" y="2697480"/>
            <a:ext cx="822960" cy="1005840"/>
          </a:xfrm>
          <a:prstGeom prst="rect">
            <a:avLst/>
          </a:prstGeom>
          <a:solidFill>
            <a:srgbClr val="4A3D8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223760" y="2697480"/>
            <a:ext cx="822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1463040" y="1691640"/>
            <a:ext cx="5760720" cy="201168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63040" y="3758184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6 whole unit squares + 2 half squares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22960" y="3977640"/>
            <a:ext cx="749808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5840" y="402336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whole squares tile the first 3 feet. The leftover half-foot strip holds 2 half-squares, which combine into 1 more whole square. 6 + 1 = 7 square feet.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Pictorial: Split Into Partial Areas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Diagram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234440"/>
            <a:ext cx="4114800" cy="1737360"/>
          </a:xfrm>
          <a:prstGeom prst="rect">
            <a:avLst/>
          </a:prstGeom>
          <a:solidFill>
            <a:srgbClr val="EAE8F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234440"/>
            <a:ext cx="4114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x 2 = 6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029200" y="1234440"/>
            <a:ext cx="822960" cy="1737360"/>
          </a:xfrm>
          <a:prstGeom prst="rect">
            <a:avLst/>
          </a:prstGeom>
          <a:solidFill>
            <a:srgbClr val="E6F2E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1234440"/>
            <a:ext cx="2468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6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half x 2 = 1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14400" y="1234440"/>
            <a:ext cx="4937760" cy="173736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1B2A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3429000"/>
            <a:ext cx="7680960" cy="0"/>
          </a:xfrm>
          <a:prstGeom prst="line">
            <a:avLst/>
          </a:prstGeom>
          <a:noFill/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5661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and one-half x 2  =  (3 x 2) + (one-half x 2)  =  6 + 1  =  7 square feet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Abstract: The Area Rule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Rule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188720"/>
            <a:ext cx="8046720" cy="2651760"/>
          </a:xfrm>
          <a:prstGeom prst="roundRect">
            <a:avLst>
              <a:gd name="adj" fmla="val 3448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3716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find the area of a rectangle: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965960"/>
            <a:ext cx="7498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Multiply the length by the width. This works even when a side length is a fraction or a mixed number -- the answer is measured in square units.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32461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5A7A"/>
                </a:solidFill>
              </a:rPr>
              <a:t>Say "length" and "width" -- never a bare letter.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Vocabulary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Key Terms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698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4630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The amount of flat space inside a shape, measured in square units.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03911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e.g., The garden bed has an area of 7 square feet.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96012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0698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46320" y="14630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The side of a shape used as the starting measurement.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203911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e.g., The 3 and one-half foot side is the base of the garden bed.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74320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8529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height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" y="32461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The straight-up distance from the base.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382219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e.g., The 2-foot side is the height of the garden bed.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274320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28529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square unit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846320" y="32461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A square with side length 1 unit, used to measure area.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46320" y="382219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e.g., Each unit square tiled onto the garden bed equals 1 square foot.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Guided Practice 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Whole Length × Fraction Width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1440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144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WATCH &amp; FOLLOW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123444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m x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91640" y="11887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757477" y="1508760"/>
            <a:ext cx="416966" cy="0"/>
          </a:xfrm>
          <a:prstGeom prst="line">
            <a:avLst/>
          </a:prstGeom>
          <a:noFill/>
          <a:ln w="19050">
            <a:solidFill>
              <a:srgbClr val="1A1A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91640" y="15087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331720" y="123444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 = ___ sq m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365760" y="1965960"/>
            <a:ext cx="40690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2039112"/>
            <a:ext cx="347472" cy="347472"/>
          </a:xfrm>
          <a:prstGeom prst="ellipse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039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0120" y="203911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3D8F"/>
                </a:solidFill>
              </a:rPr>
              <a:t>Set up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23774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Area = length x width = 6 x two-thirds.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1965960"/>
            <a:ext cx="40690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00600" y="2039112"/>
            <a:ext cx="347472" cy="347472"/>
          </a:xfrm>
          <a:prstGeom prst="ellipse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2039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257800" y="203911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3D8F"/>
                </a:solidFill>
              </a:rPr>
              <a:t>Multiply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257800" y="23774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x two-thirds = twelve-thirds (6x2 over 3).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40690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3364992"/>
            <a:ext cx="347472" cy="347472"/>
          </a:xfrm>
          <a:prstGeom prst="ellipse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364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60120" y="336499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3D8F"/>
                </a:solidFill>
              </a:rPr>
              <a:t>Simplify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60120" y="37033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divided by 3 = 4.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63440" y="3291840"/>
            <a:ext cx="40690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00600" y="3364992"/>
            <a:ext cx="347472" cy="347472"/>
          </a:xfrm>
          <a:prstGeom prst="ellipse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3364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257800" y="336499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3D8F"/>
                </a:solidFill>
              </a:rPr>
              <a:t>Answer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257800" y="37033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rectangle's area is 4 square meters.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Guided Practice B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Find a Missing Side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1440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144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WATCH &amp; FOLLOW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118872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Area = 10 sq in, width = 2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343400" y="11887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409237" y="1508760"/>
            <a:ext cx="416966" cy="0"/>
          </a:xfrm>
          <a:prstGeom prst="line">
            <a:avLst/>
          </a:prstGeom>
          <a:noFill/>
          <a:ln w="19050">
            <a:solidFill>
              <a:srgbClr val="1A1A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43400" y="15087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937760" y="11887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in. Length = ___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365760" y="1965960"/>
            <a:ext cx="40690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2039112"/>
            <a:ext cx="347472" cy="347472"/>
          </a:xfrm>
          <a:prstGeom prst="ellipse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039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0120" y="203911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3D8F"/>
                </a:solidFill>
              </a:rPr>
              <a:t>Reverse the rule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23774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length = area divided by width.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1965960"/>
            <a:ext cx="40690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00600" y="2039112"/>
            <a:ext cx="347472" cy="347472"/>
          </a:xfrm>
          <a:prstGeom prst="ellipse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2039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257800" y="203911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3D8F"/>
                </a:solidFill>
              </a:rPr>
              <a:t>Rewrite the mixed number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257800" y="23774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and one-half = five-halves.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40690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3364992"/>
            <a:ext cx="347472" cy="347472"/>
          </a:xfrm>
          <a:prstGeom prst="ellipse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364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60120" y="336499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3D8F"/>
                </a:solidFill>
              </a:rPr>
              <a:t>Divide by a fraction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60120" y="37033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divided by five-halves = 10 x two-fifths = 4.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63440" y="3291840"/>
            <a:ext cx="40690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00600" y="3364992"/>
            <a:ext cx="347472" cy="347472"/>
          </a:xfrm>
          <a:prstGeom prst="ellipse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3364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257800" y="336499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3D8F"/>
                </a:solidFill>
              </a:rPr>
              <a:t>Answer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257800" y="37033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missing length is 4 inches.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Guided Practice C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Reason Without Calculating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1440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144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WATCH &amp; FOLLOW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118872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the area of a 5 ft x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3977640" y="1188720"/>
            <a:ext cx="5486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043477" y="1485900"/>
            <a:ext cx="416966" cy="0"/>
          </a:xfrm>
          <a:prstGeom prst="line">
            <a:avLst/>
          </a:prstGeom>
          <a:noFill/>
          <a:ln w="19050">
            <a:solidFill>
              <a:srgbClr val="1A1A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77640" y="1485900"/>
            <a:ext cx="5486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0" y="118872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ft rectangle more or less than 5 sq ft?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914400" y="2148840"/>
            <a:ext cx="1097280" cy="457200"/>
          </a:xfrm>
          <a:prstGeom prst="rect">
            <a:avLst/>
          </a:prstGeom>
          <a:solidFill>
            <a:srgbClr val="4A3D8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2606040"/>
            <a:ext cx="109728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B2A4A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2286000" y="2148840"/>
            <a:ext cx="1097280" cy="457200"/>
          </a:xfrm>
          <a:prstGeom prst="rect">
            <a:avLst/>
          </a:prstGeom>
          <a:solidFill>
            <a:srgbClr val="4A3D8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0" y="2606040"/>
            <a:ext cx="109728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B2A4A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3657600" y="2148840"/>
            <a:ext cx="1097280" cy="457200"/>
          </a:xfrm>
          <a:prstGeom prst="rect">
            <a:avLst/>
          </a:prstGeom>
          <a:solidFill>
            <a:srgbClr val="4A3D8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0" y="2606040"/>
            <a:ext cx="109728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B2A4A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5029200" y="2148840"/>
            <a:ext cx="1097280" cy="457200"/>
          </a:xfrm>
          <a:prstGeom prst="rect">
            <a:avLst/>
          </a:prstGeom>
          <a:solidFill>
            <a:srgbClr val="4A3D8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0" y="2606040"/>
            <a:ext cx="109728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B2A4A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6400800" y="2148840"/>
            <a:ext cx="1097280" cy="457200"/>
          </a:xfrm>
          <a:prstGeom prst="rect">
            <a:avLst/>
          </a:prstGeom>
          <a:solidFill>
            <a:srgbClr val="4A3D8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0" y="2606040"/>
            <a:ext cx="109728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B2A4A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548640" y="3200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5A7A"/>
                </a:solidFill>
              </a:rPr>
              <a:t>5 unit squares, each cut in half -- only the shaded half of each is used.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3657600"/>
            <a:ext cx="80467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3749040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 than 5. Multiplying by one-half means taking only HALF of each of the 5 whole squares -- the shaded picture shows only half of the row is covered, so the total area must be less than the 5 whole squares.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Students Try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Applied · Mixed x Mixed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1440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144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YOUR TURN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1371600"/>
            <a:ext cx="84124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50876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Atlas wants to cover a bulletin board that is 3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257800" y="169164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323637" y="2103120"/>
            <a:ext cx="416966" cy="0"/>
          </a:xfrm>
          <a:prstGeom prst="line">
            <a:avLst/>
          </a:prstGeom>
          <a:noFill/>
          <a:ln w="19050">
            <a:solidFill>
              <a:srgbClr val="4A3D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57800" y="21031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852160" y="1508760"/>
            <a:ext cx="1280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feet by 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132320" y="169164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198157" y="2103120"/>
            <a:ext cx="416966" cy="0"/>
          </a:xfrm>
          <a:prstGeom prst="line">
            <a:avLst/>
          </a:prstGeom>
          <a:noFill/>
          <a:ln w="19050">
            <a:solidFill>
              <a:srgbClr val="4A3D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0" y="21031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94360" y="26517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feet with felt. How many square feet does Atlas need?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22960" y="3429000"/>
            <a:ext cx="749808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429000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the total area AND the two partial products you added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Connection Forward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Where This Goes Next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8229600" cy="2194560"/>
          </a:xfrm>
          <a:prstGeom prst="roundRect">
            <a:avLst>
              <a:gd name="adj" fmla="val 4167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463040"/>
            <a:ext cx="7680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lesson (5.07.03), a rectangle gets cut corner to corner along its diagonal -- you'll see why a triangle's area is always half of the rectangle that boxes it in.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Exit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Mastery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60120"/>
            <a:ext cx="7680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515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the area of a rectangle with length 8 cm and width three-fourths cm?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210312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1031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6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926080" y="210312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0" y="21031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8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937760" y="210312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21031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32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949440" y="210312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49440" y="21031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11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371600" y="42062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" y="42062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Exit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Mastery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60120"/>
            <a:ext cx="7680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515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the area of a rectangle with length 8 cm and width three-fourths cm?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210312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1031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6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926080" y="210312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0" y="21031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8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937760" y="210312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21031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32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949440" y="210312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49440" y="21031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11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14400" y="47731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7A"/>
                </a:solidFill>
              </a:rPr>
              <a:t>8 x three-fourths = 24/4 = 6 square centimeters.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371600" y="42062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1600" y="42062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Math Crew — What Do They Think?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Student Perspectives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1440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3D8F"/>
                </a:solidFill>
              </a:rPr>
              <a:t>Atlas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32588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pattern-spotter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572768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64592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noticed that whether a side is a whole number or a fraction, I'm always doing the same thing: tiling square units and counting them. The fraction just means some of the squares get cut into smaller pieces.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91440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0058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6E44"/>
                </a:solidFill>
              </a:rPr>
              <a:t>Felix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132588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method-tester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46320" y="1572768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64592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checked my area by working backwards -- I divided my answer by one of the side lengths and made sure I got the other side length back. If it didn't match, I knew my multiplication was off.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2578608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FEF6E4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6700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41A"/>
                </a:solidFill>
              </a:rPr>
              <a:t>Hazel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" y="299008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visual thinker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236976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31012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picture a rectangle with the whole-number part tiled solid and a skinny strip left over for the fraction part. Adding those two regions together gives me the total area.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2578608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FEF0E6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6700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5818"/>
                </a:solidFill>
              </a:rPr>
              <a:t>Cora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46320" y="299008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precise explainer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46320" y="3236976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31012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The precise way to say it: area equals length times width, and the answer is always in square units -- never just units, because we're covering flat space, not measuring a distance.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14400" y="4315968"/>
            <a:ext cx="73152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4315968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which crew member thinks most like you today?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Before Next Class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Dismissal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24128"/>
            <a:ext cx="7772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3D8F"/>
                </a:solidFill>
              </a:rPr>
              <a:t>Complete before your next class: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1031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1.  Complete the 5.07.02 Independent Practice (5 problems).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9718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2.  Review today's rule: Area = length x width, even with fractional sides.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79476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8404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3.  Preview 5.07.03: Area of a Triangle Part 1 -- think about cutting a rectangle in half.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5.07.02 Fractions and Area — Teacher Slides</dc:title>
  <dc:subject>PptxGenJS Presentation</dc:subject>
  <dc:creator>PptxGenJS</dc:creator>
  <cp:lastModifiedBy>PptxGenJS</cp:lastModifiedBy>
  <cp:revision>1</cp:revision>
  <dcterms:created xsi:type="dcterms:W3CDTF">2026-09-24T14:00:22Z</dcterms:created>
  <dcterms:modified xsi:type="dcterms:W3CDTF">2026-09-24T14:00:22Z</dcterms:modified>
</cp:coreProperties>
</file>