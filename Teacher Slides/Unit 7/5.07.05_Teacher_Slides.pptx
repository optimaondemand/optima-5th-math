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4 expressions. Give a minute of think time -- every item can be defended as the one that doesn't belong.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4 expressions. Give a minute of think time -- every item can be defended as the one that doesn't belong.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Walk through each item's defensible reason out loud. The goal is recognizing add-vs-subtract and rectangle-vs-triangle strategies for composite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Walk through each item's defensible reason out loud. The goal is recognizing add-vs-subtract and rectangle-vs-triangle strategies for composite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This week we measured rectangles and triangles. Today those two shapes combine to measure figures that aren't simple rectangles or triangles at all.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The key idea is that no new formula is needed -- just the rectangle and triangle rules from this week, used together.
Common error: students think a complex figure needs an entirely new formula.
Transition: "Let's warm up on the multiplication facts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three rectangle-area facts are exactly the pieces today's L-shaped rug problem needs. Confirm all three before moving on.
Common error: adding instead of multiplying.
Transition: "Let's see why we'd ever need to combine shapes like these."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room scenario aloud. Don't solve it yet -- the goal is to notice this shape isn't a plain rectangle, but it's still made of straight sides and square corners.
Anticipated: students may say 'split it into two rectangles' or 'find the big rectangle and subtract the missing part.'
Common error: guessing an answer without a model.
Transition: "Let's notice and wonder about this room before we build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the shape is made of straight, right-angled pieces and wonder if it could be split into shapes they already know.
Anticipated: 'I wonder if you could cut it into two rectangles.'
Transition: "Let's build the rug from the Learn tab and split it into rectangles."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build this: draw or cut the L-shaped rug, then make one straight cut to split it into two rectangles. Find each rectangle's area separately, then add them.
Anticipated: students confirm 30 + 12 = 42 by counting or multiplying each piece.
Common error: students split the shape along the wrong line, creating pieces that aren't full rectangles.
Transition: "Let's check this a second way, without cutting anything."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the second method: imagine the missing corner filled back in to make one full rectangle, find its area, then subtract the filled-in piece. Both methods give 42 sq ft.
Common error: subtracting the wrong dimensions for the missing corner.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both methods precisely. Emphasize that either method works -- students should pick whichever is easier for the shape in front of them.
Common error: mixing the two methods, like splitting into pieces AND subtracting.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decompose is the action, composite figure is the shape you're acting on.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5x3=15, 5x2=10, add for 25 square centimeters.
Common error: multiplying the two rectangles' areas together instead of adding.
Transition: "What if a piece is MISSING instead of joined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is the subtract-the-missing-piece method from the Pictorial slide: 10x8=80, minus the 4x3=12 missing corner, gives 68 square feet.
Common error: adding the missing corner instead of subtracting it.
Transition: "What if one of the pieces is a triangle, not a rectangle?"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composite figure mixes both shapes from this week: a rectangle (24 sq m) plus a triangle (6 sq m), added for 30 square meters.
Common error: forgetting to divide the triangle piece by 2.
Transition: "Now you try one on your own, with a real-world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20x12=240, minus the 5x5=25 patio, gives 215 square meters of grass.
Anticipated error: students may add the patio's area instead of subtracting it.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the shift from Unit 7's flat area work to Unit 8's volume work -- same idea of tiling a space, one more dimension added.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36 sq in. 24 comes from forgetting to add the second rectangle. 12 is only the second rectangle. 30 comes from an addition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36 sq in. 24 comes from forgetting to add the second rectangle. 12 is only the second rectangle. 30 comes from an addition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5.07.05 · Which Doesn't Belong: Composite Areas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5x3 + 5x2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8x6 - 3x2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(6x4) + (3x4)÷2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20x12 - 5x5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5x3 + 5x2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that ADDS two rectangle areas instead of subtracting a missing piece.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8x6 - 3x2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where a plain rectangle has a smaller rectangle cut from a corner and subtracted.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(6x4) + (3x4)÷2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that combines a rectangle with a TRIANGLE, not another rectangle.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20x12 - 5x5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where the removed piece is a SQUARE -- both of its side lengths are equal.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composite figure is any shape made of two or more simpler shapes joined together. Which item shows a composite figure built by ADDING pieces, not removing one?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7x4 + 2x3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9x9 - 4x4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(8x5) + (6x5)÷2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15x6 - 3x3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5.07.05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Complex Figures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7: Measurement and Area · Lesson 5 of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MA.5.GR.2.1   ·   MTR.2.1   ·   MTR.5.1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the area of a complex figure by splitting it into rectangles and triangles, or by subtracting a missing piece from a larger rectangle.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complex figure can be measured by breaking it into shapes you already know -- then adding the pieces together, or finding the whole and taking a piece away.”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3 = ___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6 = ___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2 = ___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L-shaped room has outer dimensions 10 feet by 8 feet, with a 4-by-3-foot rectangle cut from one corner. What is the area of the room?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would you build first to make the area visible?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L-shaped room isn't a rectangle or a triangle, but every one of its corners is still a square corner.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Split Into Rectangles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A rug is L-shaped: 8 ft by 6 ft outside, with a 3 ft by 2 ft corner missing. Cut it into two rectangles.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70225" y="1600200"/>
            <a:ext cx="2804465" cy="2103120"/>
          </a:xfrm>
          <a:custGeom>
            <a:avLst/>
            <a:gdLst/>
            <a:ahLst/>
            <a:cxnLst/>
            <a:rect l="l" t="t" r="r" b="b"/>
            <a:pathLst>
              <a:path w="2804465" h="2103120">
                <a:moveTo>
                  <a:pt x="0" y="0"/>
                </a:moveTo>
                <a:lnTo>
                  <a:pt x="1752630" y="0"/>
                </a:lnTo>
                <a:lnTo>
                  <a:pt x="175263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4A3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0225" y="1600200"/>
            <a:ext cx="2804465" cy="2103120"/>
          </a:xfrm>
          <a:custGeom>
            <a:avLst/>
            <a:gdLst/>
            <a:ahLst/>
            <a:cxnLst/>
            <a:rect l="l" t="t" r="r" b="b"/>
            <a:pathLst>
              <a:path w="2804465" h="2103120">
                <a:moveTo>
                  <a:pt x="1752630" y="701070"/>
                </a:moveTo>
                <a:lnTo>
                  <a:pt x="2804190" y="701070"/>
                </a:lnTo>
                <a:lnTo>
                  <a:pt x="2804190" y="2103120"/>
                </a:lnTo>
                <a:lnTo>
                  <a:pt x="1752630" y="2103120"/>
                </a:lnTo>
                <a:close/>
              </a:path>
            </a:pathLst>
          </a:custGeom>
          <a:solidFill>
            <a:srgbClr val="2E6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0225" y="1600200"/>
            <a:ext cx="2804465" cy="2103120"/>
          </a:xfrm>
          <a:custGeom>
            <a:avLst/>
            <a:gdLst/>
            <a:ahLst/>
            <a:cxnLst/>
            <a:rect l="l" t="t" r="r" b="b"/>
            <a:pathLst>
              <a:path w="2804465" h="2103120">
                <a:moveTo>
                  <a:pt x="0" y="0"/>
                </a:moveTo>
                <a:lnTo>
                  <a:pt x="1752630" y="0"/>
                </a:lnTo>
                <a:lnTo>
                  <a:pt x="1752630" y="701070"/>
                </a:lnTo>
                <a:lnTo>
                  <a:pt x="2804190" y="701070"/>
                </a:lnTo>
                <a:lnTo>
                  <a:pt x="280419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2450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sq 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8830" y="2800807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sq ft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a straight line down from the missing corner: left piece 5 x 6 = 30 sq ft, right piece 3 x 4 = 12 sq ft. Add: 30 + 12 = 42 sq ft.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Fill In and Subtract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234440"/>
            <a:ext cx="2926080" cy="1920240"/>
          </a:xfrm>
          <a:custGeom>
            <a:avLst/>
            <a:gdLst/>
            <a:ahLst/>
            <a:cxnLst/>
            <a:rect l="l" t="t" r="r" b="b"/>
            <a:pathLst>
              <a:path w="2926080" h="1920240">
                <a:moveTo>
                  <a:pt x="0" y="0"/>
                </a:moveTo>
                <a:lnTo>
                  <a:pt x="2926080" y="0"/>
                </a:lnTo>
                <a:lnTo>
                  <a:pt x="29260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EAE8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234440"/>
            <a:ext cx="2926080" cy="1920240"/>
          </a:xfrm>
          <a:custGeom>
            <a:avLst/>
            <a:gdLst/>
            <a:ahLst/>
            <a:cxnLst/>
            <a:rect l="l" t="t" r="r" b="b"/>
            <a:pathLst>
              <a:path w="2926080" h="1920240">
                <a:moveTo>
                  <a:pt x="0" y="0"/>
                </a:moveTo>
                <a:lnTo>
                  <a:pt x="2926080" y="0"/>
                </a:lnTo>
                <a:lnTo>
                  <a:pt x="29260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234440"/>
            <a:ext cx="10972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941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937760" y="12984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66E10"/>
                </a:solidFill>
              </a:rPr>
              <a:t>missing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66E10"/>
                </a:solidFill>
              </a:rPr>
              <a:t>corner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7680960" cy="0"/>
          </a:xfrm>
          <a:prstGeom prst="line">
            <a:avLst/>
          </a:prstGeom>
          <a:noFill/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rectangle = 8 x 6 = 48 sq ft     Missing corner = 3 x 2 = 6 sq ft     48 - 6 = 42 sq ft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Two Ways to Measure a Complex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2834640"/>
          </a:xfrm>
          <a:prstGeom prst="roundRect">
            <a:avLst>
              <a:gd name="adj" fmla="val 32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area of a complex figure: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it into rectangles and triangles, find each area, and ADD them together --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find the area of the whole outer shape and SUBTRACT any missing pieces. Both methods give the same answer.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"length," "width," "base," and "height"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figure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 shape made of two or more simpler shapes joined together.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L-shaped rug is a composite figure made of two rectangles.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To break a figure apart into smaller shapes that are easier to measure.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We decomposed the rug into a 5x6 rectangle and a 3x4 rectangle.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 measurement like length, width, base, or height that describes a shape's size.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rug's outer dimensions are 8 feet by 6 feet.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amount of flat space inside a shape, measured in square units.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rug covers a total area of 42 square feet.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Two Rectangles Joined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5x3 cm rectangle joined to a 5x2 cm rectangle. Total area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Identify the two rectangles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 A: 5 x 3. Rectangle B: 5 x 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each area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3 = 15. 5 x 2 = 10.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Add the pieces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+ 10 = 25.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area is 25 square centimeters.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Subtract a Missing Corner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10x8 ft outer rectangle, 4x3 ft corner missing. Area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whole rectangle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8 = 80.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missing piece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= 12.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Subtract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80 - 12 = 68.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room's area is 68 square feet.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Rectangle Plus Triangle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6x4 m rectangle + a triangle (base 3, height 4). Area = 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rectangle's area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4 = 24.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triangle's area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x 4) divided by 2 = 6.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Add the pieces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+ 6 = 30.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area is 30 square meters.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Subtract a Patio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Kai's backyard is shaped like a rectangle, 20 m by 12 m, with a square patio (5 m by 5 m) built in one corner. What is the area of the grassy part of the yard?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grass area AND which method you used (split or subtract)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5.08.01: Cubic Units -- you'll go from flat squares that measure area to cubes that fill up space.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figure is made of a 4 in x 6 in rectangle and a 4 in x 3 in rectangle joined along one side. What is the total area?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figure is made of a 4 in x 6 in rectangle and a 4 in x 3 in rectangle joined along one side. What is the total area?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4 x 6 = 24, and 4 x 3 = 12. 24 + 12 = 36 square inches.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no matter how strange a figure looks, I can always break it into rectangles and triangles I already know how to measure -- that pattern never fails.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answer by using BOTH methods: I split the rug into two rectangles and added, then I also filled in the missing corner and subtracted. Both gave 42 square feet, so I trusted my answer.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composite figure like a jigsaw puzzle -- I can either count the puzzle pieces I have, or picture the whole box and take away the pieces that are missing.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composite figure is decomposed into simpler shapes, and its total area is the sum of each piece's area -- or the whole shape's area minus any missing piece.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5.07.05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two methods: split-and-add, or whole-minus-missing-piece.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This closes Unit 7 -- review your rectangle, triangle, and complex-figure notes before the unit assessment.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5.07.05 Area of Complex Figures — Teacher Slides</dc:title>
  <dc:subject>PptxGenJS Presentation</dc:subject>
  <dc:creator>PptxGenJS</dc:creator>
  <cp:lastModifiedBy>PptxGenJS</cp:lastModifiedBy>
  <cp:revision>1</cp:revision>
  <dcterms:created xsi:type="dcterms:W3CDTF">2026-09-24T14:09:48Z</dcterms:created>
  <dcterms:modified xsi:type="dcterms:W3CDTF">2026-09-24T14:09:48Z</dcterms:modified>
</cp:coreProperties>
</file>