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box. Ask for a rough estimate only -- no exact multiplying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the box. Ask for a rough estimate only -- no exact multiplying yet. Collect a range of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48 cubic inches. Compare to the guesses, then have students try the cousin box on their own before confirming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Reveal 48 cubic inches. Compare to the guesses, then have students try the cousin box on their own before confirming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This week we leave flat area behind and start filling solid boxes with unit cubes.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Volume is space filled with cubes, the same way area was space covered with squares.
Common error: students think volume needs a new formula right away -- today it's just careful counting.
Transition: "Let's warm up on the counting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are exactly the row-times-rows counting moves today's cube boxes need. Confirm all three before moving on.
Common error: skip-counting by the wrong number.
Transition: "Let's see why we'd ever need to fill a box with cubes."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toy box scenario aloud. Don't solve it yet -- the goal is to notice it's a box you could actually pack.
Anticipated: students may say 'build the bottom layer first' or 'stack one column to see how tall.'
Common error: guessing a number without a model.
Transition: "Let's notice and wonder about this box before we build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the box has three measurements and wonder how those combine into a cube count.
Anticipated: 'I wonder if you count the bottom first, then double it.'
Transition: "Let's actually build a box and count the cubes."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place unit cubes: build the bottom 4x2 layer first (8 cubes), count it, then stack an identical layer on top, and a third. Count cubes as each layer goes on.
Anticipated: students confirm 8, then 16, then 24 as each layer is added.
Common error: recounting the same layer's cubes twice instead of tracking layer totals.
Transition: "Let's see the same count from a top-down view."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the same box as a diagram: one layer tiled and numbered, then 3 layer-bands stacked to represent the repeated layer. 8 + 8 + 8 = 24, matching the physical build.
Common error: adding the layer count (3) instead of the cubes-per-layer count (8) three times.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precisely: one layer's count, times the number of layers. Next lesson gives this a multiplication shortcut -- today it's still built from counting.
Common error: multiplying by the wrong number of layers.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cubic unit is the tiny building block, volume is the total space those blocks fill.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3x5=15 for one layer, then 2x15=30 for both layers.
Common error: multiplying 5x3x2 straight through without checking the layer meaning.
Transition: "Let's try one described a different way -- rows across, not a bottom layer."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Same skill, different wording -- 'rows across' still means the bottom layer's count. 4x6=24 per layer, 3 layers gives 72.
Common error: multiplying 6x4x3 without confirming what each number represents.
Transition: "Now you build your own box to hit a target volume."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Many correct answers exist: 3x2x2, 4x3x1, 6x2x1, 12x1x1.
Anticipated: some students will find only one arrangement -- ask if anyone found a different one.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that tomorrow's lesson names the multiplication shortcut hiding inside today's layer counting.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Yes, both equal 24 cubic inches. Common error: assuming different-looking boxes must have different volumes.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Yes, both equal 24 cubic inches. Common error: assuming different-looking boxes must have different volumes.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5.08.01 · Estimate: Filling a Box with Cubes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 is 8 in. long, 3 in. wide, and 2 in. tall.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how many unit cubes fill it?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Estimate the bottom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x 3 is close to 24.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 holds about 24 cubes.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Round to friendly numbers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and 3 are already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friendly numbers to multiply.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the layers stacking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2 layers of about 24.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x 24 is about 48.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48 cubic inches (8 x 3 x 2 = 48)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 is 5 in. long, 4 in. wide, and 3 in. tall.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how many unit cubes fill it?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60 cubic inches (5 x 4 x 3 = 60)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Cubic Units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1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MA.5.GR.3.1   ·   MTR.2.1   ·   MTR.5.1   ·   TX 5.6.A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build a solid figure out of unit cubes and find its volume by counting one layer, then counting how many layers are stacked.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flat layer is 3 cubes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and 2 cubes wide.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cubes 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rows of 5 cubes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each. How many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cubes total?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Skip-count by 6 three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times: 6, 12, ___.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toy box is packed with small cubes: 5 cubes long, 3 cubes wide, and 2 cubes tall. How many cubes fill the box?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78638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would you build first -- one layer, or one tower?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toy box holds small cubes: 5 cubes long, 3 cubes wide, and 2 cubes tall.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Fill the Box, Layer by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</a:rPr>
              <a:t>Build a box 4 cubes long, 2 cubes wide, 3 cubes tall. Place cubes to build one layer, then stack more layers and 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71459" y="3567684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1729" y="3792549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71459" y="3099965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1729" y="3324830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1459" y="2632247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1729" y="2857112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449729" y="467719"/>
                </a:moveTo>
                <a:lnTo>
                  <a:pt x="0" y="692583"/>
                </a:lnTo>
                <a:lnTo>
                  <a:pt x="0" y="224865"/>
                </a:lnTo>
                <a:lnTo>
                  <a:pt x="449729" y="0"/>
                </a:lnTo>
                <a:close/>
              </a:path>
            </a:pathLst>
          </a:cu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2812" y="3117955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2541" y="3342819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22271" y="3567684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792549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2812" y="2650236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2541" y="2875101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2271" y="3099965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324830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2812" y="2182517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72541" y="2407382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22271" y="2632247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857112"/>
            <a:ext cx="449729" cy="692583"/>
          </a:xfrm>
          <a:custGeom>
            <a:avLst/>
            <a:gdLst/>
            <a:ahLst/>
            <a:cxnLst/>
            <a:rect l="l" t="t" r="r" b="b"/>
            <a:pathLst>
              <a:path w="449729" h="692583">
                <a:moveTo>
                  <a:pt x="0" y="467719"/>
                </a:moveTo>
                <a:lnTo>
                  <a:pt x="449729" y="692583"/>
                </a:lnTo>
                <a:lnTo>
                  <a:pt x="449729" y="224865"/>
                </a:lnTo>
                <a:lnTo>
                  <a:pt x="0" y="0"/>
                </a:lnTo>
                <a:close/>
              </a:path>
            </a:pathLst>
          </a:custGeom>
          <a:solidFill>
            <a:srgbClr val="342A5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72541" y="1732788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21103" y="1820493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22271" y="1957653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204535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182517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0561" y="227022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1729" y="2407382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0291" y="249508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22812" y="1957653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1373" y="204535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72541" y="2182517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21103" y="227022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22271" y="2407382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2495087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2632247"/>
            <a:ext cx="899459" cy="449729"/>
          </a:xfrm>
          <a:custGeom>
            <a:avLst/>
            <a:gdLst/>
            <a:ahLst/>
            <a:cxnLst/>
            <a:rect l="l" t="t" r="r" b="b"/>
            <a:pathLst>
              <a:path w="899459" h="449729">
                <a:moveTo>
                  <a:pt x="449729" y="0"/>
                </a:moveTo>
                <a:lnTo>
                  <a:pt x="899459" y="224865"/>
                </a:lnTo>
                <a:lnTo>
                  <a:pt x="449729" y="449729"/>
                </a:lnTo>
                <a:lnTo>
                  <a:pt x="0" y="224865"/>
                </a:lnTo>
                <a:close/>
              </a:path>
            </a:pathLst>
          </a:custGeom>
          <a:solidFill>
            <a:srgbClr val="C9BEE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0561" y="271995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2E66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2271" y="1732788"/>
            <a:ext cx="1798918" cy="89945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021729" y="2632247"/>
            <a:ext cx="899459" cy="44972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2812" y="2182517"/>
            <a:ext cx="1798918" cy="89945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222812" y="1732788"/>
            <a:ext cx="899459" cy="44972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5921188" y="2632247"/>
            <a:ext cx="914" cy="140315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021729" y="3081976"/>
            <a:ext cx="914" cy="140315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222812" y="2182517"/>
            <a:ext cx="914" cy="140315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021729" y="4035403"/>
            <a:ext cx="899459" cy="44972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22812" y="3585673"/>
            <a:ext cx="1798918" cy="899459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021729" y="3567684"/>
            <a:ext cx="899459" cy="44972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22812" y="3117955"/>
            <a:ext cx="1798918" cy="89945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021729" y="3099965"/>
            <a:ext cx="899459" cy="44972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22812" y="2650236"/>
            <a:ext cx="1798918" cy="899459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36471" y="4154275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36471" y="41542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 long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62899" y="4342563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62899" y="4342563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2 wide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58889" y="3646394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58889" y="364639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 tall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828800" y="47457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layer of 8 cubes, stacked 3 times -- 24 unit cubes total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One Layer, Counted, Then Stacked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Top-down view of ONE layer (4 long x 2 wide):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150876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50876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233172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233172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2331720"/>
            <a:ext cx="8229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1508760"/>
            <a:ext cx="32918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095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8 cubes in one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554480"/>
            <a:ext cx="0" cy="26517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Then stack that same layer 3 times: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1600200"/>
            <a:ext cx="2926080" cy="457200"/>
          </a:xfrm>
          <a:prstGeom prst="rect">
            <a:avLst/>
          </a:prstGeom>
          <a:solidFill>
            <a:srgbClr val="E6F2EA"/>
          </a:solidFill>
          <a:ln w="15875">
            <a:solidFill>
              <a:srgbClr val="2E6E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layer 1 -- 8 cubes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2167128"/>
            <a:ext cx="2926080" cy="457200"/>
          </a:xfrm>
          <a:prstGeom prst="rect">
            <a:avLst/>
          </a:prstGeom>
          <a:solidFill>
            <a:srgbClr val="E6F2EA"/>
          </a:solidFill>
          <a:ln w="15875">
            <a:solidFill>
              <a:srgbClr val="2E6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1671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layer 2 -- 8 cubes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734056"/>
            <a:ext cx="2926080" cy="457200"/>
          </a:xfrm>
          <a:prstGeom prst="rect">
            <a:avLst/>
          </a:prstGeom>
          <a:solidFill>
            <a:srgbClr val="E6F2EA"/>
          </a:solidFill>
          <a:ln w="15875">
            <a:solidFill>
              <a:srgbClr val="2E6E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734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layer 3 -- 8 cubes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3924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+ 8 + 8 = 24 cubes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Count a Layer, Then Multiply by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2834640"/>
          </a:xfrm>
          <a:prstGeom prst="roundRect">
            <a:avLst>
              <a:gd name="adj" fmla="val 32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the volume of a box built from unit cubes: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how many cubes fill ONE layer.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that count by the number of layers stacked on top of each other.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is the volume, measured in cubic units.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"volume" and "cubic units"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The amount of space inside a solid figure.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toy box has a volume of 30 cubic units.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cubic unit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One cube used to measure volume -- exactly one unit on every edge.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Each small cube in the box is one cubic unit.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One flat level of cubes.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The toy box's bottom layer has 15 cubes.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How much a container can hold.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e.g., A bigger box has a greater capacity for cubes.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Toy Box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toy box is 5 cubes long, 3 cubes wide, 2 cubes tall. Volume = ___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one row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along the bottom has 5 cubes.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the bottom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rows make the bottom layer: 3 x 5 = 15.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 by the layers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2 layers: 2 x 15 = 30.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volume is 30 cubic units.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Rows Across, Layers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fits 6 cubes along the bottom row, 4 rows across, and stacks 3 layers. Volume = ___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one row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row has 6 cubes.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the bottom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rows of 6: 4 x 6 = 24.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 by the layers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layers stacked: 3 x 24 = 72.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volume is 72 cubic units.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Build to a Target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rectangular prism out of unit cubes with a volume of exactly 12 cubic units. What length, width, and height did you use?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290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length, width, height AND the multiplication that proves it equals 12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5.08.02: Volume of Cuboids -- counting layer by layer becomes a shortcut: multiply length, width, and height directly.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prism is 2 in. by 3 in. by 4 in. Another prism is 1 in. by 6 in. by 4 in. Do they have the same volume?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Yes, both equal 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No, first is bigger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No, second is bigger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Can't tell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prism is 2 in. by 3 in. by 4 in. Another prism is 1 in. by 6 in. by 4 in. Do they have the same volume?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Yes, both equal 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No, first is bigger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No, second is bigger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Can't tell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2 x 3 x 4 = 24 and 1 x 6 x 4 = 24 -- same volume, even though the boxes are shaped differently.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 I count the bottom layer first, I already know what every layer above it adds -- the layers repeat the same count.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24-cube box by counting a completely different way -- straight up in towers of 3 instead of across in layers of 8. Both ways landed on 24.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box like a stack of waffles -- each waffle is one flat layer of cubes, and I just count how many waffles are stacked.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volume is the amount of space inside a solid figure, and we measure it by counting cubic units -- cubes that are exactly one unit on every edge.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5.08.01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strategy: count one layer, then multiply by the number of layers.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5.08.02 -- tomorrow layer-counting becomes a length x width x height shortcut.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5.08.01 Cubic Units — Teacher Slides</dc:title>
  <dc:subject>PptxGenJS Presentation</dc:subject>
  <dc:creator>PptxGenJS</dc:creator>
  <cp:lastModifiedBy>PptxGenJS</cp:lastModifiedBy>
  <cp:revision>1</cp:revision>
  <dcterms:created xsi:type="dcterms:W3CDTF">2026-09-24T15:04:17Z</dcterms:created>
  <dcterms:modified xsi:type="dcterms:W3CDTF">2026-09-24T15:04:17Z</dcterms:modified>
</cp:coreProperties>
</file>