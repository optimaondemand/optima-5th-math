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equation. Give 60 seconds of silent think time. Ask for a show of thumbs (true/false/not sure)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equation. Give 60 seconds of silent think time. Ask for a show of thumbs (true/false/not sure)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Confirm true: 4x2 regroups to 8, and 9x8=72 matches 9x4x2. This regrouping move is exactly how we'll find missing edges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Confirm true: 4x2 regroups to 8, and 9x8=72 matches 9x4x2. This regrouping move is exactly how we'll find missing edges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Yesterday we knew all three dimensions and found volume. Today we know the volume and work backward for a missing edge.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Division undoes multiplication -- if volume = length x width x height, dividing volume by two known edges finds the third.
Common error: students try to guess and check instead of dividing directly.
Transition: "Let's warm up on the division moves we'll need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three moves are exactly what today's gift-box problem needs. Confirm all three before moving on.
Common error: dividing by the wrong number.
Transition: "Let's see a real box that needs this kind of thinking."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gift box scenario aloud. This time we know the volume already -- the height is the mystery.
Anticipated: students may suggest 'divide the volume by the bottom area.'
Common error: trying to guess heights one at a time.
Transition: "Let's notice and wonder about this box before we solve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this is the reverse of yesterday's problem -- volume known, one edge missing.
Anticipated: 'I wonder if you divide instead of multiply.'
Transition: "Let's stack layers until we reach the target volume."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stack layers of 12 cubes on the fixed 4x3 base: 12, then 24, then 36 -- stop exactly when the running total matches the target volume. Count the layers: 3. That's the height.
Anticipated: students track the running total out loud as each layer goes on.
Common error: continuing to stack past the target instead of stopping right at 36.
Transition: "Let's see this same stopping point as a division diagram."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Show the volume as a bar split into equal groups of 12 -- the number of groups formed is the height, exactly matching division.
Common error: dividing 36 by the wrong known dimension.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the rule precisely: multiply the two known edges, then divide the volume by that product. This works no matter which edge is missing.
Common error: dividing the two known edges instead of multiplying them first.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that dividing (inverse operation) is how we undo multiplying to find a missing edge.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4x3=12, then 36 divided by 12 = 3. Always check by multiplying back.
Common error: forgetting to check the answer by multiplying all three edges back together.
Transition: "What if the missing edge isn't the height?"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Same rule, but now length is missing instead of height. It doesn't matter which edge is unknown -- multiply the two known ones, then divide.
Common error: dividing by width or height alone instead of their product.
Transition: "What if all three edges are equal, like a cube?"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A cube needs a different move -- since all three edges match, test one number multiplied by itself three times until it matches the volume.
Common error: dividing 125 by an arbitrary number instead of testing equal factors.
Transition: "Now you try one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8 x 2 = 16, 48 divided by 16 = 3 feet tall.
Anticipated error: dividing 48 by only 8 or only 2, forgetting to multiply the base first.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that tomorrow's lesson combines multiple boxes into one composite solid.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No -- it depends on length and width. Common error: assuming one fixed height works for every cuboid with the same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No -- it depends on length and width. Common error: assuming one fixed height works for every cuboid with the same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5.08.03 · True or False: Regrouping Factors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x 4 x 2 = 9 x 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x 4 = 36, then 36 x 2 = 72.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Regroup: 4 x 2 = 8 first,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9 x 8 = 72 -- same answer.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think grouping changes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because the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are in a different order.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two of three factors are multiplied together first, the product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regroup factors when multiplying or dividing to find a missing dimension -- the total stays the same either way.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x 3 x 4 = 6 x 12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-- 3 x 4 = 12, and 6 x 12 = 72, matching 6 x 3 x 4 = 72.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5.08.03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Length of an Edge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8: Volume of Solid Figures · Lesson 3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MA.5.GR.3.2   ·   MTR.2.1   ·   MTR.5.1   ·   TX 5.6.B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a missing edge length of a cuboid when I know the volume and the other two edges, by dividing.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“Volume begins with one cube, then grows into layers.”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x ___ = 36.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number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completes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box's bottom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12 sq units.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is 48. How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layers?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divided by 15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gift box holds 36 cubic inches. Its bottom is 4 in. by 3 in. How tall is the box?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78638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204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would you find the height without guessing and checking?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gift box holds 36 cubic inches. Its bottom is 4 in. by 3 in. -- the volume is known, but the height is not.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Stack Layers Until You Hit the Target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D8F"/>
                </a:solidFill>
              </a:rPr>
              <a:t>The bottom of the gift box is set (4 x 3 = 12). Stack layers of 12 until the running total reaches 36.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48365" y="3429097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32603" y="3636978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6841" y="3844859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48365" y="2996704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2603" y="3204585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6841" y="3412466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48365" y="2564312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2603" y="2772193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6841" y="2980074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415762" y="432392"/>
                </a:moveTo>
                <a:lnTo>
                  <a:pt x="0" y="640273"/>
                </a:lnTo>
                <a:lnTo>
                  <a:pt x="0" y="207881"/>
                </a:lnTo>
                <a:lnTo>
                  <a:pt x="415762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3793" y="3221216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69555" y="3429097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5317" y="3636978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1079" y="3844859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53793" y="2788823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69555" y="2996704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5317" y="3204585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01079" y="3412466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53793" y="2356431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69555" y="2564312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5317" y="2772193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1079" y="2980074"/>
            <a:ext cx="415762" cy="640273"/>
          </a:xfrm>
          <a:custGeom>
            <a:avLst/>
            <a:gdLst/>
            <a:ahLst/>
            <a:cxnLst/>
            <a:rect l="l" t="t" r="r" b="b"/>
            <a:pathLst>
              <a:path w="415762" h="640273">
                <a:moveTo>
                  <a:pt x="0" y="432392"/>
                </a:moveTo>
                <a:lnTo>
                  <a:pt x="415762" y="640273"/>
                </a:lnTo>
                <a:lnTo>
                  <a:pt x="415762" y="207881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5317" y="1732788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01079" y="1940669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6841" y="2148550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32603" y="2356431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69555" y="1940669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85317" y="2148550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1079" y="2356431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6841" y="2564312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53793" y="2148550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69555" y="2356431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85317" y="2564312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01079" y="2772193"/>
            <a:ext cx="831524" cy="415762"/>
          </a:xfrm>
          <a:custGeom>
            <a:avLst/>
            <a:gdLst/>
            <a:ahLst/>
            <a:cxnLst/>
            <a:rect l="l" t="t" r="r" b="b"/>
            <a:pathLst>
              <a:path w="831524" h="415762">
                <a:moveTo>
                  <a:pt x="415762" y="0"/>
                </a:moveTo>
                <a:lnTo>
                  <a:pt x="831524" y="207881"/>
                </a:lnTo>
                <a:lnTo>
                  <a:pt x="415762" y="415762"/>
                </a:lnTo>
                <a:lnTo>
                  <a:pt x="0" y="207881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1079" y="1732788"/>
            <a:ext cx="1663048" cy="83152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316841" y="2564312"/>
            <a:ext cx="1247286" cy="623643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53793" y="2356431"/>
            <a:ext cx="1663048" cy="83152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653793" y="1732788"/>
            <a:ext cx="1247286" cy="623643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4564127" y="2564312"/>
            <a:ext cx="914" cy="1297177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316841" y="3187955"/>
            <a:ext cx="914" cy="1297177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653793" y="2356431"/>
            <a:ext cx="914" cy="1297177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316841" y="3861489"/>
            <a:ext cx="1247286" cy="623643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53793" y="3653608"/>
            <a:ext cx="1663048" cy="831524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3316841" y="3429097"/>
            <a:ext cx="1247286" cy="62364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53793" y="3221216"/>
            <a:ext cx="1663048" cy="83152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3316841" y="2996704"/>
            <a:ext cx="1247286" cy="62364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53793" y="2788823"/>
            <a:ext cx="1663048" cy="83152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99517" y="418824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99517" y="418824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4 in.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031924" y="4255607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31924" y="4255607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3 in.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54001" y="3699383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54001" y="369938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? -&gt; 3 in.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0080" y="4745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Stop stacking once the count hits 36 -- that layer count is the height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760720" y="15087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Layer 1  (12 cubes)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94360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total: 12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760720" y="256032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Layer 2  (+12 cubes)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94360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total: 24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760720" y="36118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0" y="3685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Layer 3  (+12 cubes)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9436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total: 36 -- target reached!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Dividing the Volume into Equal Layers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36 cubic inches, split into equal layers of 12: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2377440" cy="822960"/>
          </a:xfrm>
          <a:prstGeom prst="rect">
            <a:avLst/>
          </a:prstGeom>
          <a:solidFill>
            <a:srgbClr val="EAE8F5"/>
          </a:solidFill>
          <a:ln w="1905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377440" cy="822960"/>
          </a:xfrm>
          <a:prstGeom prst="rect">
            <a:avLst/>
          </a:prstGeom>
          <a:solidFill>
            <a:srgbClr val="EAE8F5"/>
          </a:solidFill>
          <a:ln w="1905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852160" y="1691640"/>
            <a:ext cx="2377440" cy="822960"/>
          </a:xfrm>
          <a:prstGeom prst="rect">
            <a:avLst/>
          </a:prstGeom>
          <a:solidFill>
            <a:srgbClr val="EAE8F5"/>
          </a:solidFill>
          <a:ln w="19050">
            <a:solidFill>
              <a:srgbClr val="4A3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+ 12 + 12 = 36  --&gt;  3 equal layers  --&gt;  height = 3 in.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Same idea as division: 36 divided into groups of 12 makes 3 groups.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divided by 12 = 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Divide to Find the Missing Edge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8046720" cy="2834640"/>
          </a:xfrm>
          <a:prstGeom prst="roundRect">
            <a:avLst>
              <a:gd name="adj" fmla="val 322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a missing edge length: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 two edge lengths you already know.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the volume by that product. The quotient is the missing edge.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edge = volume divided by (known edge x known edge)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Division is the inverse of multiplication -- it undoes what multiplying did.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answer to a division problem.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36 divided by 12 has a quotient of 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number being divided -- here, the volume.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In 36 divided by 12, the volume 36 is the dividend.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One of the straight sides of a solid figure.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gift box's missing edge is its height.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operation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An operation that undoes another -- division undoes multiplication.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Dividing the volume by the base is the inverse of multiplying to find the volume.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Gift Box -- Find the Height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36 cubic in., bottom 4 in. by 3 in. Height = ___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known 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= 12 sq 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Divide the volume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divided by 12 = 3.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Check by multiplying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3 x 3 = 36. It matches!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height is 3 inches.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Missing Length, Not Height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210 cubic in., width 7 in., height 5 in. Length = 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known face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x 5 = 35 sq 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Divide the volume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 divided by 35 = 6.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Check by multiplying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x 7 x 5 = 210. It matches!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length is 6 inches.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Cube -- All Edges Equal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cube has a volume of 125 cubic cm. Edge length = ___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Remember: a cube's edges are equal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Length, width, and height are all the same number.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Test a number times itself 3 times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x 5 x 5 = 125. That matches!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Rule out neighbors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4 x 4 = 64 (too small). 6 x 6 x 6 = 216 (too big).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D8F"/>
                </a:solidFill>
              </a:rPr>
              <a:t>Answer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edge is 5 centimeters.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A Planter Box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 builds a planter box 8 feet long and 2 feet wide. He needs the volume to be 48 cubic feet. How tall should the planter be?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height AND the division you used to find it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is 5.08.04: Volume of Complex Shapes -- you'll join two boxes into one solid, find each part, and add.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says: if a cuboid has a volume of 60 cubic cm, the height must be 5 cm. Is Kai correct?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No -- it depends on length and width too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Yes, always 5 cm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Only if it's a cube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Impossible to know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says: if a cuboid has a volume of 60 cubic cm, the height must be 5 cm. Is Kai correct?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-- it depends on length and width too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Yes, always 5 cm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Only if it's a cube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Impossible to know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Height = volume divided by (length x width). Different pairs give different heights for the same volume: 6x2x5=60, but 10x3x2=60 too.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division trick always works the same way -- multiply the two known edges first, then divide the volume by that product, no matter which edge is missing.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answer by multiplying it back with the two known edges -- if it rebuilds the original volume, I know the missing edge is right.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peeling layers off the top of the box one at a time, counting how many layers came off before the box was empty.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division is the inverse of multiplication -- dividing the volume by the known base finds the missing edge, called the quotient.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5.08.03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rule: missing edge = volume divided by the product of the two known edges.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5.08.04 -- tomorrow you'll combine two boxes into one complex solid.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5.08.03 Finding the Length of an Edge — Teacher Slides</dc:title>
  <dc:subject>PptxGenJS Presentation</dc:subject>
  <dc:creator>PptxGenJS</dc:creator>
  <cp:lastModifiedBy>PptxGenJS</cp:lastModifiedBy>
  <cp:revision>1</cp:revision>
  <dcterms:created xsi:type="dcterms:W3CDTF">2026-09-24T15:10:33Z</dcterms:created>
  <dcterms:modified xsi:type="dcterms:W3CDTF">2026-09-24T15:10:33Z</dcterms:modified>
</cp:coreProperties>
</file>