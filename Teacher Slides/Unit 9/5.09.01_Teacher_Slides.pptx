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Present the problem. Give 60 seconds of silent think time. This uses the same place-value-building skill as today's lesson but different numbers than the Grid Zoomer example (0.006).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Present the problem. Give 60 seconds of silent think time. This uses the same place-value-building skill as today's lesson but different numbers than the Grid Zoomer example (0.006).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add matching places together. Have 2-3 students paraphrase out loud, then try the cousin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add matching places together. Have 2-3 students paraphrase out loud, then try the cousin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Welcome students to Unit 9: Decimals. Today's focus: thousandths as parts of a whole split into 1,000 equal pieces.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statement aloud. Emphasize: today we zoom INTO a hundredth to find thousandths.
Transition: "First, let's check hundredths make sense."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hundredths fluency before introducing thousandths. Point to the grid: each small square = 1 hundredth = 0.01.
Anticipated: 'one hundredth' or '0.01'.
Common error: confusing shaded count with the value of one square.
Transition: "Today we zoom into one of those tiny squares."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Connect to something students know: stopwatches, race times.
Anticipated: guesses about tiny pieces, very small amounts.
Transition: "Let's notice and wonder about zooming into a hundredth."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taking chat responses.
Anticipated notice: 'the square gets split into 10 pieces'. Anticipated wonder: 'how small can it get?'
Transition: "Let's build it with the Grid Zoomer."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This is the physical zoom action: one highlighted hundredth cell literally opens into a 10-segment strip. Shade 6 of the 10 thousandths to build 0.006.
Key teaching move: point out that all 10 thousandths together fill the exact same space as the one hundredth cell -- nothing got bigger.
Common error: students think zooming makes the amount larger. It doesn't -- it just shows more detail.
Transition: "Now let's see it as a full picture."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Two side-by-side grids show 10 thousandths equal 1 hundredth -- same shaded area, different place-value names.
Anticipated: yes, same amount, just described in smaller pieces.
Common error: thinking 0.010 &gt; 0.01 because it 'has more digits'.
Transition: "Now 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in words -- students already built and saw it in the Concrete and Pictorial slides.
Anticipated: '10 thousandths'.
Transition: "Let's put names to these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 with the class. Point back to the Concrete/Pictorial slides for hundredth vs thousandth.
Transition: "Let's build a decimal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Work this step by step with students watching. Model naming '6 thousandths' before writing 0.006.
Common error: writing 0.6 instead of 0.006 -- emphasize the two placeholder zeros hold tenths and hundredths.
Transition: "Now try one with fractions."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asks students to convert between thousandths fractions and decimals, which the HTML lesson only touches lightly. Walk through both directions.
Common error: miscounting decimal places against the number of zeros in the denominator.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2 and 35/1000.
Common error: forgetting the whole-number part (2), or misreading 035 as 35 thousandths instead of aligning places correctly (it is 35 thousandths, correct).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place-value mat lesson -- same thousandths idea, now with all place values together.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can place a digit correctly in the thousandths place, not just recite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can place a digit correctly in the thousandths place, not just recite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5.09.01 · Thousandths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+ 0.03 + 0.006 = 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Add by place value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tenths + 3 hundredths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+ 6 thousandths.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the places.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the grid pieces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stacking pieces: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tenths, then hundredths,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tiny thousandths.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you add decimal place values,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decimal place values separately -- tenths with tenths, hundredths with hundredths, thousandths with thousandths.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+ 0.02 + 0.009 = 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0.529 — 5 tenths + 2 hundredths + 9 thousandths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Thousandths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1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MA.5.NSO.1.2   ·   TEKS 5.2.A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identify thousandths as parts of a whole split into 1,000 equal pieces, and use a zoomed grid to connect hundredths and thousandths.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thousandth is tiny, but the model can make it visible.”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hundredths grid has 100 equal squares. If 37 squares are shaded, the decimal is 0.37, or 37 hundredths.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5146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974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697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8803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880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0632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336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0" y="3063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0" y="32461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918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47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91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91840" y="34290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9184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048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2336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912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34290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91840" y="36118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9184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7472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4048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336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0624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8912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5488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37760" y="3611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37947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7472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5760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048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02336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0624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8912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7200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5488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37760" y="3794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91840" y="39776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7472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4048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02336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0624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8912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7200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37760" y="3977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291840" y="41605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184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47472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760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4048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02336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8912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7200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75488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937760" y="4160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291840" y="43434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291840" y="251460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8640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What does each square in this grid represent?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1371600" y="45720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371600" y="4572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one square is worth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racing stopwatch measures time to the thousandth of a second -- that's how close races are decided.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How can one tiny hundredth square become ten thousandths?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93192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9319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guess for what a thousandth looks like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Thousandths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grid already shows hundredths. Today you will zoom into one hundredth and split it into 10 smaller pieces.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 → zoom in → 0.001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Click one hundredth square, watch it zoom open into 10 equal thousandths.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2496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57984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1216" y="1508760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746504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7008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82496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57984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5728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33472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1216" y="1746504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1984248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7008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44752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0240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57984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95728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33472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1216" y="1984248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2221992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2221992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" y="2221992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07008" y="2221992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44752" y="2221992"/>
            <a:ext cx="237744" cy="237744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82496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57984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95728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33472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71216" y="2221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" y="2459736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9264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07008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44752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82496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57984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95728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33472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71216" y="2459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" y="2697480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07008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44752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82496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20240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57984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95728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33472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71216" y="26974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" y="2935224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0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9264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07008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44752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82496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20240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57984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95728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71216" y="29352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" y="3172968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1520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207008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44752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82496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920240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57984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395728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33472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871216" y="31729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1520" y="3410712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1520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9264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07008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444752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682496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20240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57984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633472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871216" y="3410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1520" y="3648456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1520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9264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207008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444752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82496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920240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157984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95728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633472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871216" y="36484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1520" y="3886200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1520" y="150876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31520" y="3959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0.34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682496" y="2221992"/>
            <a:ext cx="237744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920240" y="2221992"/>
            <a:ext cx="2651760" cy="18288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1920240" y="2459736"/>
            <a:ext cx="2651760" cy="557784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>
            <a:off x="4572000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10328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48656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86984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25312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63640" y="2240280"/>
            <a:ext cx="338328" cy="77724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601968" y="2240280"/>
            <a:ext cx="338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40296" y="2240280"/>
            <a:ext cx="338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78624" y="2240280"/>
            <a:ext cx="338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16952" y="2240280"/>
            <a:ext cx="338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72000" y="2240280"/>
            <a:ext cx="338328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72000" y="3090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hundredth split into 10 thousandths -- 6 shaded = 0.006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Ten thousandths fill one hundredth.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16002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17830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19659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21488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168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23317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304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9456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0896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63040" y="25146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6304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4592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80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1168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6032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2608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0896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63040" y="26974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6304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592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2880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1168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9456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7744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2608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0896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463040" y="28803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6304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4592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2880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7744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6032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608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0896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63040" y="30632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46304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4592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2880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1168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9456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7744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56032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10896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63040" y="32461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630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459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288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116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945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3774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603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432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9260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089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63040" y="34290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463040" y="160020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4008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0.010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4754880" y="9601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That's the same amount as one hundredth.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5760720" y="16002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2648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0936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9224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7512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5800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4088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2376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06640" y="16002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760720" y="17830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76072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94360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2648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0936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49224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67512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85800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4088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22376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06640" y="17830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60720" y="19659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6072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94360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12648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30936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9224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7512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4088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22376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406640" y="19659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60720" y="21488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6072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4360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12648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30936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67512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85800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04088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22376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406640" y="21488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60720" y="23317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6072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4360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2648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30936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9224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7512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5800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04088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2376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406640" y="23317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60720" y="25146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76072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94360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2648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0936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9224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7512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5800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4088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2376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25146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760720" y="26974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76072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94360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12648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30936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49224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7512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5800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4088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2376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06640" y="26974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760720" y="28803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76072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94360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12648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30936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49224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7512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85800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04088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2376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28803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760720" y="30632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76072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94360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12648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30936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49224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7512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85800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04088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22376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406640" y="30632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760720" y="32461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7607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9436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1264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3093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4922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67512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85800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04088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22376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406640" y="32461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760720" y="34290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760720" y="160020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93776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0.01</a:t>
            </a:r>
            <a:endParaRPr lang="en-US" sz="1600" dirty="0"/>
          </a:p>
        </p:txBody>
      </p:sp>
      <p:sp>
        <p:nvSpPr>
          <p:cNvPr id="234" name="Shape 232"/>
          <p:cNvSpPr/>
          <p:nvPr/>
        </p:nvSpPr>
        <p:spPr>
          <a:xfrm>
            <a:off x="1371600" y="45720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371600" y="4572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are 0.010 and 0.01 the same amount?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thousandth is one of 1,000 equal parts of a whole. You can make thousandths by splitting each hundredth into 10 smaller equal pieces.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Ten thousandths fill the same space as one hundredth.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402336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233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thousandths fill one hundredth?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one of 100 equal parts of a whole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0.37 = 37 hundredths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one of 1,000 equal parts of a whole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0.006 = 6 thousandths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look more closely at one small part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zoom into one hundredth square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written with place values to the right of the decimal point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0.34, 2.006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Build 0.006 from thousandths.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0864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4630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664208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5024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36192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38528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9696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0864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42032" y="166420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1865376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3856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35024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36192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38528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9696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40864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18653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2066544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3856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5024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36192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37360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38528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40864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42032" y="206654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" y="2267712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688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33856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35024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36192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0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38528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39696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40864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42032" y="226771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" y="246888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2688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3856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35024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36192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37360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38528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39696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40864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42032" y="246888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" y="2670048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0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33856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5024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36192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37360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38528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39696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40864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42032" y="267004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" y="2871216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1520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2688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33856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35024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36192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37360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38528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39696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340864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542032" y="287121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1520" y="3072384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1520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2688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856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335024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536192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0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38528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39696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40864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42032" y="307238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1520" y="3273552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1520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32688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33856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335024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36192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37360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38528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39696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340864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542032" y="32735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1520" y="347472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1520" y="146304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1520" y="1463040"/>
            <a:ext cx="201168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32688" y="1463040"/>
            <a:ext cx="2907792" cy="274320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932688" y="1664208"/>
            <a:ext cx="2907792" cy="896112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3840480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69664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498848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28032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57216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486400" y="1737360"/>
            <a:ext cx="329184" cy="822960"/>
          </a:xfrm>
          <a:prstGeom prst="rect">
            <a:avLst/>
          </a:prstGeom>
          <a:solidFill>
            <a:srgbClr val="C98A2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5584" y="1737360"/>
            <a:ext cx="3291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44768" y="1737360"/>
            <a:ext cx="3291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73952" y="1737360"/>
            <a:ext cx="3291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803136" y="1737360"/>
            <a:ext cx="3291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840480" y="1737360"/>
            <a:ext cx="32918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840480" y="2633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6 shaded thousandths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45720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436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566928" y="3108960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0584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Split one hundredth</a:t>
            </a:r>
            <a:endParaRPr lang="en-US" sz="1150" dirty="0"/>
          </a:p>
        </p:txBody>
      </p:sp>
      <p:sp>
        <p:nvSpPr>
          <p:cNvPr id="137" name="Text 135"/>
          <p:cNvSpPr/>
          <p:nvPr/>
        </p:nvSpPr>
        <p:spPr>
          <a:xfrm>
            <a:off x="59436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into one hundredth square. It opens into 10 equal thousandth pieces.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324612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38328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3355848" y="3108960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79476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Shade 6 pieces</a:t>
            </a:r>
            <a:endParaRPr lang="en-US" sz="1150" dirty="0"/>
          </a:p>
        </p:txBody>
      </p:sp>
      <p:sp>
        <p:nvSpPr>
          <p:cNvPr id="142" name="Text 140"/>
          <p:cNvSpPr/>
          <p:nvPr/>
        </p:nvSpPr>
        <p:spPr>
          <a:xfrm>
            <a:off x="338328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each piece is one thousandth, shading 6 pieces makes 6 thousandths.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603504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17220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6144768" y="3108960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5836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Read it aloud</a:t>
            </a:r>
            <a:endParaRPr lang="en-US" sz="1150" dirty="0"/>
          </a:p>
        </p:txBody>
      </p:sp>
      <p:sp>
        <p:nvSpPr>
          <p:cNvPr id="147" name="Text 145"/>
          <p:cNvSpPr/>
          <p:nvPr/>
        </p:nvSpPr>
        <p:spPr>
          <a:xfrm>
            <a:off x="617220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thousandths -- written as 0.006.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Fractions &amp; Decimals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Write 7/1,000 as a decimal.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1210" y="1920240"/>
            <a:ext cx="486461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=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860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thousandths means 7 of the 1,000 equal pieces -- the digit lands 3 places right of the decimal point.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Write 0.016 as a fraction.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=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1554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22515" y="1920240"/>
            <a:ext cx="625450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2606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digit is in the thousandths place, so it becomes 16 out of 1,000 equal pieces.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mechanical part measures 2.035 centimeters. Write the measurement as a mixed number with the fraction in thousandths.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mixed number AND how many thousandths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place ones, tenths, hundredths, and thousandths on a decimal place-value mat.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decimal equals 8 thousandths?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8.000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decimal equals 8 thousandths?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0.008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8.000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8 thousandths needs 3 places right of the decimal point: 0 tenths, 0 hundredths, 8 thousandths -- 0.008.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the grid did not become a new whole. We zoomed into one hundredth and split it into 10 smaller pieces.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can check it by counting. If 10 thousandths fill one hundredth, then 0.010 has to be the same amount as 0.01.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tiny square opening like a drawer. Inside it are 10 even smaller slices.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one thousandth is one out of 1,000 equal parts of the whole.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thousandths as decimals and fractions.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building decimals on a place-value mat.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5.09.01 Thousandths — Teacher Slides</dc:title>
  <dc:subject>PptxGenJS Presentation</dc:subject>
  <dc:creator>PptxGenJS</dc:creator>
  <cp:lastModifiedBy>PptxGenJS</cp:lastModifiedBy>
  <cp:revision>1</cp:revision>
  <dcterms:created xsi:type="dcterms:W3CDTF">2026-09-24T15:33:29Z</dcterms:created>
  <dcterms:modified xsi:type="dcterms:W3CDTF">2026-09-24T15:33:29Z</dcterms:modified>
</cp:coreProperties>
</file>