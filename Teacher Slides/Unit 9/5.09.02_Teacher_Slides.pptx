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This True/False targets the core idea of today's lesson -- the 10x relationship between neighboring places -- using different numbers than the lesson's own 2.347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This True/False targets the core idea of today's lesson -- the 10x relationship between neighboring places -- using different numbers than the lesson's own 2.347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carefully: any digit repeated one place to the right is always worth exactly 1/10 as much, because each place itself is 10 times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carefully: any digit repeated one place to the right is always worth exactly 1/10 as much, because each place itself is 10 times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Today: building decimals on a place-value mat, ones through thousandths.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aloud. Emphasize: the same base-ten pattern from whole numbers continues past the decimal point.
Transition: "Let's check the pattern of tens."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Confirm the whole-number pattern before crossing the decimal point.
Anticipated: 'thousandths'.
Common error: forgetting the pattern reverses direction (larger to the left, smaller to the right).
Transition: "Let's look closely at one decimal."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Ground the lesson in a real label most students have seen.
Anticipated: 'the 2 is grams' or similar guesses.
Transition: "Let's notice and wonder about this decimal."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Give silent think time before chat.
Anticipated notice: 'four digits, one after the decimal point'. Anticipated wonder: 'what does the 7 mean?'
Transition: "Let's build this number on the mat."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Each column piles real discs -- 2 in Ones, 3 in Tenths, 4 in Hundredths, 7 in Thousandths. Point out how the discs get visually 'smaller in importance' moving right even though drawn the same size -- their place is what shrinks.
Common error: students think more discs = bigger value, ignoring place.
Transition: "Now let's see the shrinking pattern as a diagram."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The diagram shows the same 2.347 as a row of place-value boxes with ÷10 arrows connecting each step -- the shrinking pattern made visible.
Anticipated: students describe it as 'dividing by 10 each time'.
Transition: "Let's state the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State the rule -- digit value depends on place, even past the decimal point.
Anticipated: '3 tenths' or '0.3'.
Transition: "Let's name today's key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term, pointing back to the mat and diagram.
Transition: "Let's work an example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(4 min)
Model reading the empty Tenths column -- an empty column is not 'nothing', it's a placeholder that keeps every other digit in its correct place.
Common error: students drop the zero and write 3.48, which changes the value.
Transition: "Now let's connect fractions to place value."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 -- gap-fill: the IP tests expanded and standard form using stacked fractions, which the HTML lesson does not cover directly. Walk through both directions together.
Common error: skipping the 0 hundredths place and writing 9.28 instead of 9.208.
Transition: "Your turn."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 min)
Students solve independently, then share in chat.
Anticipated: 10 times greater.
Common error: comparing digit values as whole numbers (8 vs 8) instead of their places.
Transition: "Where does this lead next?"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tomorrow's comparing-decimals lesson -- same place-value thinking, now used to compare two numbers.
Transition: "Let's check what you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checks whether students can name a digit's exact value by its place, not just recite the place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checks whether students can name a digit's exact value by its place, not just recite the place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Confirm the IP assignment and remind students to gather their journal before logging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5.09.02 · Place Value Warm-Up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4.55, the 5 in the tenths place is worth ten times the 5 in the hundredths place.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5 is in tenths: 0.5.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second 5 is in hundredths: 0.05.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divided by 0.05 = 10.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yes, it is ten times as much.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students think tenths 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hundredths differ by 100, not 10,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100 has two zeros.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Moving one place to the right in a decimal, the value becomes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digit in one place is worth exactly 10 times the same digit one place to its right.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True — 0.3 divided by 0.03 = 10.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5.09.02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Value to Thousandths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9: Decimals · Lesson 2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MA.5.NSO.1.2   ·   TEKS 5.2.A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build decimal numbers with ones, tenths, hundredths, and thousandths, and explain how each place to the right is 10 times smaller.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place-value pattern keeps going after the decimal point.”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whole numbers, each place to the left is 10 times larger. In decimals, each place to the right is 10 times smaller.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918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comes after hundredths?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nutrition label lists 2.347 grams of sugar. Every digit in that number carries meaning.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7B"/>
                </a:solidFill>
              </a:rPr>
              <a:t>What does each digit mean after the decimal point?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393192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93192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digit you can already name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Place Value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this decimal. Do not solve yet — just notice the places.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2.347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Build 2.347 by piling discs into each place-value column.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908810" cy="2834640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17320"/>
            <a:ext cx="190881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1908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74445" y="1984248"/>
            <a:ext cx="201168" cy="201168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0477" y="1984248"/>
            <a:ext cx="201168" cy="201168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86200"/>
            <a:ext cx="1908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94610" y="1417320"/>
            <a:ext cx="1908810" cy="2834640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94610" y="1417320"/>
            <a:ext cx="190881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4610" y="1417320"/>
            <a:ext cx="1908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Tenths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92399" y="1984248"/>
            <a:ext cx="201168" cy="201168"/>
          </a:xfrm>
          <a:prstGeom prst="ellipse">
            <a:avLst/>
          </a:prstGeom>
          <a:solidFill>
            <a:srgbClr val="0E7C7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48431" y="1984248"/>
            <a:ext cx="201168" cy="201168"/>
          </a:xfrm>
          <a:prstGeom prst="ellipse">
            <a:avLst/>
          </a:prstGeom>
          <a:solidFill>
            <a:srgbClr val="0E7C7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4463" y="1984248"/>
            <a:ext cx="201168" cy="201168"/>
          </a:xfrm>
          <a:prstGeom prst="ellipse">
            <a:avLst/>
          </a:prstGeom>
          <a:solidFill>
            <a:srgbClr val="0E7C7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94610" y="3886200"/>
            <a:ext cx="1908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40580" y="1417320"/>
            <a:ext cx="1908810" cy="2834640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0580" y="1417320"/>
            <a:ext cx="1908810" cy="365760"/>
          </a:xfrm>
          <a:prstGeom prst="rect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0580" y="1417320"/>
            <a:ext cx="1908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Hundredths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10353" y="1984248"/>
            <a:ext cx="201168" cy="201168"/>
          </a:xfrm>
          <a:prstGeom prst="ellipse">
            <a:avLst/>
          </a:prstGeom>
          <a:solidFill>
            <a:srgbClr val="C98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66385" y="1984248"/>
            <a:ext cx="201168" cy="201168"/>
          </a:xfrm>
          <a:prstGeom prst="ellipse">
            <a:avLst/>
          </a:prstGeom>
          <a:solidFill>
            <a:srgbClr val="C98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2417" y="1984248"/>
            <a:ext cx="201168" cy="201168"/>
          </a:xfrm>
          <a:prstGeom prst="ellipse">
            <a:avLst/>
          </a:prstGeom>
          <a:solidFill>
            <a:srgbClr val="C98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78449" y="1984248"/>
            <a:ext cx="201168" cy="201168"/>
          </a:xfrm>
          <a:prstGeom prst="ellipse">
            <a:avLst/>
          </a:prstGeom>
          <a:solidFill>
            <a:srgbClr val="C98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0580" y="3886200"/>
            <a:ext cx="1908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86550" y="1417320"/>
            <a:ext cx="1908810" cy="2834640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86550" y="1417320"/>
            <a:ext cx="1908810" cy="36576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6550" y="1417320"/>
            <a:ext cx="19088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Thousandths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00291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6323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12355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68387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4419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0451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0371" y="225856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86550" y="3886200"/>
            <a:ext cx="1908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Ones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395728" y="1828800"/>
            <a:ext cx="192024" cy="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286000" y="1325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41A"/>
                </a:solidFill>
              </a:rPr>
              <a:t>÷10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Tenths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645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361688" y="1828800"/>
            <a:ext cx="192024" cy="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251960" y="1325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41A"/>
                </a:solidFill>
              </a:rPr>
              <a:t>÷10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Hundredths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1645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6327648" y="1828800"/>
            <a:ext cx="192024" cy="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217920" y="1325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941A"/>
                </a:solidFill>
              </a:rPr>
              <a:t>÷10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118872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Thousandths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1645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640080" y="2926080"/>
            <a:ext cx="71323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0632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step to the right divides the value by 10. 2.347 = 2 ones + 3 tenths + 4 hundredths + 7 thousandths.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of a digit depends on its place. In 2.347, the 2 means 2 ones, the 3 means 3 tenths, the 4 means 4 hundredths, and the 7 means 7 thousandths.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71600" y="342900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4290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value of the 3 in 2.347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whole units before the decimal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the 2 in 2.347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tenths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10 equal parts make one whole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the 3 in 2.347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hundredths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100 equal parts make one whole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the 4 in 2.347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thousandths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1,000 equal parts make one whole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the 7 in 2.347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</a:rPr>
              <a:t>Explain the zero in 3.048.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1417320"/>
            <a:ext cx="1588770" cy="237744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417320"/>
            <a:ext cx="158877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41732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26489" y="1984248"/>
            <a:ext cx="201168" cy="201168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82521" y="1984248"/>
            <a:ext cx="201168" cy="201168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8553" y="1984248"/>
            <a:ext cx="201168" cy="201168"/>
          </a:xfrm>
          <a:prstGeom prst="ellipse">
            <a:avLst/>
          </a:prstGeom>
          <a:solidFill>
            <a:srgbClr val="1B2A4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429000"/>
            <a:ext cx="1588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14650" y="1417320"/>
            <a:ext cx="1588770" cy="237744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14650" y="1417320"/>
            <a:ext cx="158877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4650" y="141732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Tenths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14650" y="3429000"/>
            <a:ext cx="1588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40580" y="1417320"/>
            <a:ext cx="1588770" cy="237744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0580" y="1417320"/>
            <a:ext cx="1588770" cy="365760"/>
          </a:xfrm>
          <a:prstGeom prst="rect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0580" y="141732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Hundredths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50333" y="1984248"/>
            <a:ext cx="201168" cy="201168"/>
          </a:xfrm>
          <a:prstGeom prst="ellipse">
            <a:avLst/>
          </a:prstGeom>
          <a:solidFill>
            <a:srgbClr val="C98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06365" y="1984248"/>
            <a:ext cx="201168" cy="201168"/>
          </a:xfrm>
          <a:prstGeom prst="ellipse">
            <a:avLst/>
          </a:prstGeom>
          <a:solidFill>
            <a:srgbClr val="C98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62397" y="1984248"/>
            <a:ext cx="201168" cy="201168"/>
          </a:xfrm>
          <a:prstGeom prst="ellipse">
            <a:avLst/>
          </a:prstGeom>
          <a:solidFill>
            <a:srgbClr val="C98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8429" y="1984248"/>
            <a:ext cx="201168" cy="201168"/>
          </a:xfrm>
          <a:prstGeom prst="ellipse">
            <a:avLst/>
          </a:prstGeom>
          <a:solidFill>
            <a:srgbClr val="C98A2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0580" y="3429000"/>
            <a:ext cx="1588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66510" y="1417320"/>
            <a:ext cx="1588770" cy="237744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6510" y="1417320"/>
            <a:ext cx="1588770" cy="36576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6510" y="1417320"/>
            <a:ext cx="1588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Thousandths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48247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04279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60311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6343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72375" y="198424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4279" y="225856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60311" y="225856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6343" y="2258568"/>
            <a:ext cx="201168" cy="201168"/>
          </a:xfrm>
          <a:prstGeom prst="ellipse">
            <a:avLst/>
          </a:prstGeom>
          <a:solidFill>
            <a:srgbClr val="4A3D8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6510" y="3429000"/>
            <a:ext cx="1588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8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39776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041648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zero is in the tenths place -- it tells us there are 0 tenths. The number still has 4 hundredths and 8 thousandths, so the zero holds an important place.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Expanded &amp; Standard Form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Write 3.607 in expanded form.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3.607 =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3 +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103120"/>
            <a:ext cx="594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14323" y="2400300"/>
            <a:ext cx="451714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400300"/>
            <a:ext cx="594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21488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+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03120" y="21031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79930" y="2400300"/>
            <a:ext cx="486461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40030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21488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+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210312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91256" y="2400300"/>
            <a:ext cx="521208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40030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28803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place value becomes its own fraction: 3 ones, 6 tenths, 0 hundredths, 7 thousandths.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9601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Write in standard form: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9 +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1417320"/>
            <a:ext cx="594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12003" y="1714500"/>
            <a:ext cx="451714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1714500"/>
            <a:ext cx="594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4630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+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55080" y="1417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31890" y="1714500"/>
            <a:ext cx="486461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71450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14630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+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69480" y="141732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51776" y="1714500"/>
            <a:ext cx="521208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714500"/>
            <a:ext cx="685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9.208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937760" y="29718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up each fraction with its place: tenths, hundredths, thousandths.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recipe lists 3.184 kg of flour. How many times greater is the value of the 8 in the hundredths place than an 8 in the thousandths place?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490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which two places you compared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you will compare decimals by lining up equal-size pieces.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value of the 5 in 6.253?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0.005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value of the 5 in 6.253?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0.05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0.005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In 6.253, the 5 is in the hundredths place: 2 tenths, 5 hundredths, 3 thousandths -- so the 5 is worth 0.05.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pattern keeps going to the right. Each place is worth one-tenth of the place before 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 decimals by reading each place separately. 2.347 means 2 ones, 3 tenths, 4 hundredths, and 7 thousandths.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pieces get smaller as they move right, so I can see that thousandths are tiny.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 is: the value of a digit depends on its place, even after the decimal point.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Finish the Independent Practice: place value, expanded form, and standard form.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Gather your Math Journal responses from today's lesson.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tomorrow: comparing decimals with equal-size pieces.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5.09.02 Place Value to Thousandths — Teacher Slides</dc:title>
  <dc:subject>PptxGenJS Presentation</dc:subject>
  <dc:creator>PptxGenJS</dc:creator>
  <cp:lastModifiedBy>PptxGenJS</cp:lastModifiedBy>
  <cp:revision>1</cp:revision>
  <dcterms:created xsi:type="dcterms:W3CDTF">2026-09-24T15:35:57Z</dcterms:created>
  <dcterms:modified xsi:type="dcterms:W3CDTF">2026-09-24T15:35:57Z</dcterms:modified>
</cp:coreProperties>
</file>