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Ties to today's rounding focus using different numbers than the lesson's 3.472/4.683 examples. Every item has a defensible reason -- there's no single right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Ties to today's rounding focus using different numbers than the lesson's 3.472/4.683 examples. Every item has a defensible reason -- there's no single right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for the vocabulary connection: 5.2 and 5.3 are the benchmark values for rounding 5.24 or 5.25 to the nearest tenth.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for the vocabulary connection: 5.2 and 5.3 are the benchmark values for rounding 5.24 or 5.25 to the nearest tenth.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(1 min)
Today: rounding decimals by choosing the closer benchmark.
Transition: "Let's look at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Read the I Can aloud. Emphasize: rounding is a DECISION between two known values, not a digit trick.
Transition: "Let's check benchmarks."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Confirm benchmark thinking before the full lesson.
Anticipated: '3.47, because 3.472 is only 2 thousandths away'.
Common error: rounding based on the wrong digit.
Transition: "Let's notice where 3.472 sits."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Ground rounding in a real receipt.
Anticipated: guesses either way.
Transition: "Let's notice and wonder about where it sits."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Give silent think time before chat.
Anticipated notice: 'closer to 3.47'. Anticipated wonder: 'what if it were 3.475?'
Transition: "Let's zoom into the number line."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
The physical action: zooming the number line to the rounding place and placing a real marker at the exact value shows the two benchmark choices and which is closer.
Common error: rounding by a memorized digit rule without checking distance.
Transition: "Now let's zoom to a different place and compare."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 min)
Two stacked zoom levels for the same number show the benchmark pair changes with the rounding place: nearest whole gives 4 and 5; nearest tenth gives 4.6 and 4.7.
Anticipated: 'it rounds to 5 for whole numbers but 4.7 for tenths'.
Transition: "Let's name the rule."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State the 3-step rule: choose place, find benchmarks, pick the closer one.
Anticipated: 'closest' or 'nearest'.
Transition: "Let's name today's key words."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
Read each term, pointing back to the zoomed number lines.
Transition: "Let's round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(4 min)
Model finding the two benchmarks first, then checking distance.
Common error: rounding up automatically because the thousandths digit (3) is odd, instead of checking which benchmark is actually closer.
Transition: "Now let's round the same number three ways."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 -- gap-fill: the IP asks students to round the SAME number to three different places, which the HTML lesson demonstrates with only one place at a time. Walk through all three zoom levels together.
Common error: using the same digit (the 8) to decide every rounding, instead of re-checking the correct neighboring digit for each place.
Transition: "Your turn."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(3 min)
Students solve independently, then share in chat.
Anticipated: 2.75 kg (benchmarks 2.74 and 2.75).
Common error: rounding to the wrong place (tenths instead of hundredths).
Transition: "Where does this lead next?"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 tomorrow's multiplying-by-powers-of-10 lesson.
Transition: "Let's check what you know."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This checks whether students find the correct benchmark pair for tenths, not just round the last digit.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This checks whether students find the correct benchmark pair for tenths, not just round the last digit.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DISMISSAL (1 min)
Confirm the IP assignment and remind students to gather their journal before logging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WHICH ONE DOESN'T BELONG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44368" y="164592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44368" y="1645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5.09.04 · Rounding Warm-Up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5.24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5.25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5.240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Answer Can Be Right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Which Doesn't Belong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This is the only one that rounds DOWN to 5.2 at the nearest tenth (the hundredths digit is 4).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This is already written to only the tenths place -- no rounding decision needed.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This is the only one exactly halfway between 5.2 and 5.3 at the tenths place.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5.240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This is the only one written with three decimal digits, though it equals 5.24.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44805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4805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Vocabulary Connection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benchmark is one of the two values a number sits between when rounding. Which item is the clearest benchmark value here?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434340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434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item fits the word?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7.38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7.35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7.380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828800" y="4434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434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5.09.04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Rounding Decimals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9: Decimals · Lesson 4 of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MA.5.NSO.1.5   ·   TEKS 5.2.C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identify benchmark values for a chosen rounding place and round decimals to whole numbers, tenths, and hundredths.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“Rounding means choosing the closest benchmark.”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round 3.472 to the nearest hundredth, the two benchmark choices are 3.47 and 3.48. The answer is the one 3.472 is closer 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2880360"/>
            <a:ext cx="694944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331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Nearest hundredth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7706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08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3.47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7706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3008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3.475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7706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3008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3.48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04872" y="279806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01368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3.472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88720" y="402336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02336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benchmark is closer, 3.47 or 3.48?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gas pump shows a price of $3.472 per gallon -- but the receipt always rounds to the nearest cent.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7C7B"/>
                </a:solidFill>
              </a:rPr>
              <a:t>How does a number line help you round decimals?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93192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319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first guess, rounds to $3.47 or $3.48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Rounding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would 3.472 sit between 3.47 and 3.48?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3.47 ← 3.472 → 3.48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Zoom the number line to hundredths and mark exactly where 4.683 sits.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423160"/>
            <a:ext cx="73152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Zoomed to hundredths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3134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51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4.68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23134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551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4.6825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3134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2551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4.685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3134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551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4.6875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23134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551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4.69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26664" y="234086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4.683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97280" y="3108960"/>
            <a:ext cx="6949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2461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marker sits closer to 4.68 than to 4.69 -- you can see the exact distance on both sides, not just guess from a digit.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The same number, 4.683, rounds differently depending on which place you zoom 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73152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Nearest whole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0848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20848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322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0848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2322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0848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322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4.75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20848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322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28386" y="211226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24882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4.683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429000"/>
            <a:ext cx="73152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Nearest tenth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331927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57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331927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3557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4.625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31927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557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4.65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331927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3557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4.675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331927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3557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03720" y="334670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0216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4.683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round a decimal, first choose the rounding place. Then find the two benchmark values the number is between. The rounded number is the benchmark that is closer.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286000" y="34290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4290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replace a number with a nearby benchmark value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4.683 rounds to 4.68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one of the two values a number is between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4.68 and 4.69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closest on the number 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nearest hundredth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position a digit has in a number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tenths, hundredths place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WATCH &amp; FOLLOW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Round 4.683 to the nearest hundredth.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73152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Hundredths benchmarks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219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59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4.68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22219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459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4.6825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2219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2459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4.685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2219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459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4.6875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22219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459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4.69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26664" y="224942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4.683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017520"/>
            <a:ext cx="7315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154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hundredths benchmarks are 4.68 and 4.69. 4.683 is closer to 4.68 than to 4.69, so it rounds to 4.68.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Round to Different Places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Round 14.385 to the nearest whole number, tenth, and hundredth.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73152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Nearest whole -&gt; 14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9933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31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19933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231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14.25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9933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2231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14.5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9933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231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14.75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19933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231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48456" y="202082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44952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14.385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108960"/>
            <a:ext cx="73152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Nearest tenth -&gt; 14.4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29992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36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14.3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29992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3236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14.325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29992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236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14.35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29992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3236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14.375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299923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3236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14.4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50024" y="302666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14.385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4400" y="4114800"/>
            <a:ext cx="73152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Nearest hundredth -&gt; 14.39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14400" y="400507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42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14.38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0" y="400507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4242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14.3825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400507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0" y="4242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14.385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0" y="400507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4242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14.3875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29600" y="400507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0" y="4242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14.39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489704" y="403250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862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14.385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Your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package weighs 2.7461 kg. The shipping label rounds to the nearest hundredth. What weight should go on the label?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TRY IT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76809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4904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rounded weight AND the two benchmarks you compared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you will return to the place-value slide mat and use it to multiply decimals by 10, 100, and 1,000.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6.847 to the nearest tenth.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6.8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6.84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6.85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6.9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6.847 to the nearest tenth.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6.8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6.84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6.85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6.9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The tenths benchmarks are 6.8 and 6.9. 6.847 is closer to 6.8 because the hundredths digit (4) is under 5.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the closer benchmarks change every time I change the rounding place -- 4.683 has a different benchmark pair for whole numbers than for hundredths.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 my rounding by measuring the distance on both sides of the marker, not by memorizing a digit rule.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decimal walking down a tiny road toward whichever benchmark sign is closer.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 is: rounding replaces a number with the nearer of its two benchmark values.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Finish the Independent Practice: rounding to different places.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Gather your Math Journal responses from today's lesson.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tomorrow: multiplying decimals by 10, 100, and 1,000.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5.09.04 Rounding Decimals — Teacher Slides</dc:title>
  <dc:subject>PptxGenJS Presentation</dc:subject>
  <dc:creator>PptxGenJS</dc:creator>
  <cp:lastModifiedBy>PptxGenJS</cp:lastModifiedBy>
  <cp:revision>1</cp:revision>
  <dcterms:created xsi:type="dcterms:W3CDTF">2026-09-24T15:39:53Z</dcterms:created>
  <dcterms:modified xsi:type="dcterms:W3CDTF">2026-09-24T15:39:53Z</dcterms:modified>
</cp:coreProperties>
</file>