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Estimate first using a different number (0.6) than the lesson's own 0.248 example. Push for reasoning before exact computation.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Estimate first using a different number (0.6) than the lesson's own 0.248 example. Push for reasoning before exact computation.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exact answer and connect to sliding digits -- this previews today's Decimal Slide 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exact answer and connect to sliding digits -- this previews today's Decimal Slide 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why decimal digits slide left when multiplying by powers of 10.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Preview the key twist: the decimal point stays put -- the DIGITS move.
Transition: "Let's warm up on place value."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Surface prior knowledge before naming the rule.
Anticipated: 'the digits moved' or 'it got bigger'.
Common error: saying 'a decimal point was added' instead of noticing digits shifted.
Transition: "Let's connect this to place value."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Connect to a real scaling-up scenario.
Anticipated: guesses near 24.8.
Transition: "Let's notice and wonder about the digits."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'the digits are in the same order'. Anticipated wonder: 'did the decimal point move, or did the digits?'
Transition: "Let's build it on the Slide Mat."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This is the physical slide: each digit's arrow shows it moving two full columns left, landing in a place worth 100 times more. The decimal point itself never moves.
Common error: students think the decimal point moves right, when really the digits move left around a fixed point.
Transition: "Now let's see a single-step slide."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Compare to the Concrete slide: one slide (x10) vs. two slides (x100). Same mechanism, different number of moves.
Anticipated: 'x1000 would be three slides'.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-- one slide per zero in the multiplier.
Anticipated: '3 places'.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Slide Mat.
Transition: "Let's work the full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Work step by step, referring back to the Slide Mat from the Concrete slide.
Common error: sliding only some digits, or sliding the decimal point instead of the digits.
Transition: "Now let's compare x10, x100, and x1,000 side by side."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all three powers of 10 (x10, x100, x1,000), which the HTML worked example only shows for x100. Walk through the zero-counting shortcut for each row.
Common error: miscounting the number of slides for x1,000 (should be 3, not 4).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72.5 kg, 2 places.
Common error: writing 72.5 as 725 by forgetting where the decimal point stays.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dividing lesson -- same slide mat, opposite direction.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correctly count slides for x100, not just guess based on digit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correctly count slides for x100, not just guess based on digit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5.09.05 · Multiplying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x 100 = ?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of friendly money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is like 60 cents.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groups of 60 cents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lot -- over $50.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digits sliding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x10 slides digits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left.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x100 slides twice.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Skip-count by 0.6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0.6, 1.2, 1.8 ...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slow -- multiplying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100 is faster.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60 (0.6 x 100 = 60.0)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0.09 x 1,000 = ?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90 — three slides left: hundredths to hundreds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Decimals by 10, 100, and 1,000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5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MA.5.NSO.1.1   ·   TEKS 5.2.A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predict and show how decimal digits move to larger places when multiplying by 10, 100, and 1,000.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 decimal become 10, 100, or 1,000 times larger without “moving” the decimal point?”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0.248 and 2.48. What stayed the same? What changed?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thing that changed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vitamin tablet has 0.248 grams of a nutrient. A bottle of 100 tablets has how many grams total?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</a:rPr>
              <a:t>How can a decimal become 100 times larger without moving the decimal point?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93192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319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first guess for the total grams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Multiplying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0.248 and 2.48.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stayed the same? What changed?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Watch every digit physically slide two places left when we multiply 0.248 by 100.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Hundredths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Thousandths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544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56616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0.248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28529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x 100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V="1">
            <a:off x="2057400" y="2350008"/>
            <a:ext cx="301752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3063240" y="2350008"/>
            <a:ext cx="301752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5074920" y="2350008"/>
            <a:ext cx="201168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554480" y="3511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The decimal point is a fixed post. The digits slide left because the value is getting larger.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A single x10 slide moves every digit exactly one place left.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Hundredths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Thousandths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544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56616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.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8529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583680" y="2852928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0.058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28529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x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flipV="1">
            <a:off x="5074920" y="2350008"/>
            <a:ext cx="100584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6080760" y="2350008"/>
            <a:ext cx="100584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554480" y="3511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0.058 x 10 = 0.58 -- one slide, one place larger.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10, 100, or 1,000 makes a decimal value larger. Each digit moves to a larger place. The decimal point does not move; the digits move around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4290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how many places do digits slide for x1,000?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of 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10, 100, or 1,000 -- a number made only of tens multiplied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10, 100, 1,000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worth of a digit based on its position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tens, ones, tenths...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physical move of a digit to a new place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2 slides left for x100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answer to a multiplication problem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0.248 x 100 = 24.8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0.248 x 100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Count the zeros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has 2 zeros, so every digit slides 2 places left.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Slide each digit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Tenths -&gt; tens, hundredths -&gt; ones, thousandths -&gt; tenths.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Read the result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digits now read 24.8.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Answer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0.248 x 100 = 24.8.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Comparing the Slides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0.347 x 10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1 slide left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00584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10058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3.47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03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2.06 x 100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2331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2 slides left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004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0.058 x 1,000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66160" y="3429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BFE8E3"/>
          </a:solidFill>
          <a:ln w="12700">
            <a:solidFill>
              <a:srgbClr val="BFE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A59"/>
                </a:solidFill>
              </a:rPr>
              <a:t>3 slides left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factory produces 0.725 kg of a chemical per batch. It runs 100 batches in one day. How many kilograms are produced in one day?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6809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places the digits slid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reverse the slide and divide decimals by 10, 100, and 1,000.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0.506 x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0.0506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5.06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50.6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0.506 x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0.0506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5.06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50.6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100 has 2 zeros, so every digit slides 2 places left: 0.506 becomes 50.6.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every digit moved the exact same number of places -- none of them slid a different distance.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my answer by counting the zeros in the multiplier first, then counting the same number of slides in the digits.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decimal point staying still like a fence post while the whole row of digits walks past it to the left.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multiplying by a power of 10 moves each digit's place value larger by that many places.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multiplying decimals by 10, 100, and 1,000.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dividing decimals by 10, 100, and 1,000.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5.09.05 Multiplying Decimals by 10, 100, and 1,000 — Teacher Slides</dc:title>
  <dc:subject>PptxGenJS Presentation</dc:subject>
  <dc:creator>PptxGenJS</dc:creator>
  <cp:lastModifiedBy>PptxGenJS</cp:lastModifiedBy>
  <cp:revision>1</cp:revision>
  <dcterms:created xsi:type="dcterms:W3CDTF">2026-09-24T15:41:33Z</dcterms:created>
  <dcterms:modified xsi:type="dcterms:W3CDTF">2026-09-24T15:41:33Z</dcterms:modified>
</cp:coreProperties>
</file>