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(5-7 min). This uses different numbers than the lesson's own 24.8 example, but the same skill: sliding digits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(5-7 min). This uses different numbers than the lesson's own 24.8 example, but the same skill: sliding digits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rule and connect it to yesterday's x10 slide -- today's slide goes the opposite direction.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rule and connect it to yesterday's x10 slide -- today's slide goes the opposite direction.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(1 min)
Today: why decimal digits slide right when dividing by powers of 10.
Transition: "Let's look at today's goal."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(1 min)
Read the I Can aloud. Preview: this is yesterday's slide mat in reverse.
Transition: "Let's warm up."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WARM-UP (3 min)
Activate yesterday's place-value comparison thinking.
Anticipated: '24.8, because its ones digit is worth more'.
Transition: "Let's connect this to dividing."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
Ground dividing by 100 in a real splitting scenario.
Anticipated: guesses near 0.248.
Transition: "Let's notice and wonder."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&amp; WONDER (2 min)
Give silent think time before chat.
Anticipated notice: 'same digits, different order of size'. Anticipated wonder: 'did the digits move, or the point?'
Transition: "Let's build it on the Slide Mat, reversed."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(4 min)
The physical slide reverses direction from yesterday -- each digit moves two full columns right, landing in a place worth 100 times less.
Common error: students slide digits the wrong direction, confusing multiply and divide.
Transition: "Now let's see a single-step slide."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(3 min)
Compare to the Concrete slide: one slide (÷10) vs. two slides (÷100).
Anticipated: '÷1000 would be three slides right'.
Transition: "Let's name the rule."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
State the rule -- one slide right per zero in the divisor.
Anticipated: '3 places'.
Transition: "Let's name today's key words."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(2 min)
Read each term, pointing back to the Slide Mat.
Transition: "Let's work the full example together."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(4 min)
Work step by step, referring back to the Slide Mat from the Concrete slide.
Common error: sliding digits left instead of right -- confusing this with yesterday's lesson.
Transition: "Now let's compare ÷10, ÷100, and ÷1,000 side by side."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B (3 min) -- gap-fill: the IP tests all three powers of 10 (÷10, ÷100, ÷1,000), which the HTML worked example only shows for ÷100. Walk through the zero-counting shortcut for each row, including the whole number 573 case.
Common error: forgetting the leading zero placeholder in 0.082.
Transition: "Your turn."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(3 min)
Students solve independently, then share in chat.
Anticipated: 6.2 cm, 2 places.
Common error: writing 6.2 as 62 by losing track of the decimal point's fixed position.
Transition: "Where does this lead next?"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
Preview tomorrow's metric conversion lesson -- same digit-sliding idea applied to units.
Transition: "Let's check what you know."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This checks whether students correctly count slides for ÷100, not just guess based on digit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This checks whether students correctly count slides for ÷100, not just guess based on digit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DISMISSAL (1 min)
Confirm the IP assignment and remind students to gather their journal before logging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TALK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029968" y="164592"/>
            <a:ext cx="667512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29968" y="16459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5.09.06 · Dividing Warm-Up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5.4 ÷ 10 = ?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What do you notice? What strategies come to mind?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Strategy Gallery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Number Talk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241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Slide digits right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508760"/>
            <a:ext cx="3657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has 1 zero,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1031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slide every digit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6060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place right.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1089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5.4 becomes 0.54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9601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0241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Think of friendly money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1508760"/>
            <a:ext cx="3657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6002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5.4 is like $5.40.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21031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it 10 ways: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26060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 cents each.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828800" y="452628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452628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strategy did you try first?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TALK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Rule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Dividing by 10 slides each digit ___ place ___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Dividing by a power of 10 slides every digit that many places smaller -- the decimal point never moves.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rule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TALK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 ÷ 100 = ?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2286000" y="379476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794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0.72 — two slides right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5.09.06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Dividing Decimals by 10, 100, and 1,000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9: Decimals · Lesson 6 of 8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MA.5.NSO.1.1   ·   TEKS 5.2.A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can predict and show how decimal digits move to smaller places when dividing by 10, 100, and 1,000.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can a decimal become 10, 100, or 1,000 times smaller?”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Warm-Up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Readiness Check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80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at 24.8 and 2.48. Which is larger? How do you know?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71600" y="32918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2918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is larger, and why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Hook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Real-World Context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BFE8E3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24.8 meter rope is cut into 100 equal pieces for a class project. How long is each piece?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743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E7C7B"/>
                </a:solidFill>
              </a:rPr>
              <a:t>How can a decimal become 100 times smaller?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05840" y="3931920"/>
            <a:ext cx="713232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93192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first guess for the length of each piece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Dividing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at 24.8 and 2.48.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is larger? How do you know?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7A"/>
                </a:solidFill>
              </a:rPr>
              <a:t>Watch every digit physically slide two places right when we divide 63.5 by 100.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554480" y="1417320"/>
            <a:ext cx="100584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417320"/>
            <a:ext cx="100584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Ones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1417320"/>
            <a:ext cx="100584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Tenths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577840" y="1417320"/>
            <a:ext cx="100584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Hundredths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83680" y="1417320"/>
            <a:ext cx="100584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Thousandths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554480" y="1783080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4480" y="178308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2560320" y="1783080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178308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566160" y="178308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2E"/>
                </a:solidFill>
              </a:rPr>
              <a:t>.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4572000" y="1783080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178308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5577840" y="1783080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1783080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54480" y="2852928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0" y="2852928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0" y="28529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566160" y="28529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2E"/>
                </a:solidFill>
              </a:rPr>
              <a:t>.</a:t>
            </a:r>
            <a:endParaRPr lang="en-US" sz="3000" dirty="0"/>
          </a:p>
        </p:txBody>
      </p:sp>
      <p:sp>
        <p:nvSpPr>
          <p:cNvPr id="30" name="Shape 28"/>
          <p:cNvSpPr/>
          <p:nvPr/>
        </p:nvSpPr>
        <p:spPr>
          <a:xfrm>
            <a:off x="4572000" y="2852928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28529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5577840" y="2852928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7840" y="28529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6583680" y="2852928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28529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548640" y="178308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A5A7A"/>
                </a:solidFill>
              </a:rPr>
              <a:t>63.5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28529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A5A7A"/>
                </a:solidFill>
              </a:rPr>
              <a:t>÷ 100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057400" y="2350008"/>
            <a:ext cx="3017520" cy="502920"/>
          </a:xfrm>
          <a:prstGeom prst="line">
            <a:avLst/>
          </a:prstGeom>
          <a:noFill/>
          <a:ln w="28575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3063240" y="2350008"/>
            <a:ext cx="3017520" cy="502920"/>
          </a:xfrm>
          <a:prstGeom prst="line">
            <a:avLst/>
          </a:prstGeom>
          <a:noFill/>
          <a:ln w="28575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074920" y="2350008"/>
            <a:ext cx="2011680" cy="502920"/>
          </a:xfrm>
          <a:prstGeom prst="line">
            <a:avLst/>
          </a:prstGeom>
          <a:noFill/>
          <a:ln w="28575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1554480" y="351129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5A7A"/>
                </a:solidFill>
              </a:rPr>
              <a:t>The decimal point stays fixed. Each digit slides right into a place worth 100 times less.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Diagram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7A"/>
                </a:solidFill>
              </a:rPr>
              <a:t>A single ÷10 slide moves every digit exactly one place right.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554480" y="1417320"/>
            <a:ext cx="100584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417320"/>
            <a:ext cx="100584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Ones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1417320"/>
            <a:ext cx="100584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Tenths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577840" y="1417320"/>
            <a:ext cx="100584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Hundredths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83680" y="1417320"/>
            <a:ext cx="100584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Thousandths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554480" y="1783080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0" y="1783080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178308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566160" y="178308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2E"/>
                </a:solidFill>
              </a:rPr>
              <a:t>.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4572000" y="1783080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178308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5577840" y="1783080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1783080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54480" y="2852928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0" y="2852928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0" y="28529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566160" y="28529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2E"/>
                </a:solidFill>
              </a:rPr>
              <a:t>.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4572000" y="2852928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28529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5577840" y="2852928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0" y="28529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6583680" y="2852928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178308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A5A7A"/>
                </a:solidFill>
              </a:rPr>
              <a:t>8.2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28529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A5A7A"/>
                </a:solidFill>
              </a:rPr>
              <a:t>÷ 10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063240" y="2350008"/>
            <a:ext cx="2011680" cy="502920"/>
          </a:xfrm>
          <a:prstGeom prst="line">
            <a:avLst/>
          </a:prstGeom>
          <a:noFill/>
          <a:ln w="28575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074920" y="2350008"/>
            <a:ext cx="1005840" cy="502920"/>
          </a:xfrm>
          <a:prstGeom prst="line">
            <a:avLst/>
          </a:prstGeom>
          <a:noFill/>
          <a:ln w="28575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1554480" y="351129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5A7A"/>
                </a:solidFill>
              </a:rPr>
              <a:t>8.2 ÷ 10 = 0.82 -- one slide, one place smaller.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Rule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BFE8E3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7160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Dividing by 10, 100, or 1,000 makes a decimal value smaller. Each digit moves to a smaller place. The decimal point stays fixed.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005840" y="3429000"/>
            <a:ext cx="713232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42900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how many places do digits slide for ÷1,000?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quotient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answer to a division problem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 24.8 ÷ 100 = 0.248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of 10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417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10, 100, or 1,000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 10, 100, 1,000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108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physical move of a digit to a new place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657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 2 slides right for ÷100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inverse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3108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opposite operation that undoes another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657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 ÷100 undoes x100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WATCH &amp; FOLLOW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24.8 ÷ 100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4069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54480"/>
            <a:ext cx="347472" cy="3474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5544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</a:rPr>
              <a:t>Count the zeros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" y="190195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has 2 zeros, so every digit slides 2 places right.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4069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554480"/>
            <a:ext cx="347472" cy="3474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57800" y="15544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</a:rPr>
              <a:t>Slide each digit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257800" y="190195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 -&gt; tenths, ones -&gt; hundredths, tenths -&gt; thousandths.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4069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971800"/>
            <a:ext cx="347472" cy="3474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971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29718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</a:rPr>
              <a:t>Read the result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60120" y="331927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digits now read 0.248.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2880360"/>
            <a:ext cx="4069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2971800"/>
            <a:ext cx="347472" cy="3474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971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57800" y="29718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</a:rPr>
              <a:t>Answer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257800" y="331927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24.8 ÷ 100 = 0.248.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Comparing the Slides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0584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45.3 ÷ 10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566160" y="123444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BFE8E3"/>
          </a:solidFill>
          <a:ln w="12700">
            <a:solidFill>
              <a:srgbClr val="BFE8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234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5A59"/>
                </a:solidFill>
              </a:rPr>
              <a:t>1 slide right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0" y="1005840"/>
            <a:ext cx="365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=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0" y="10058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4.53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10312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8.2 ÷ 100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566160" y="233172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BFE8E3"/>
          </a:solidFill>
          <a:ln w="12700">
            <a:solidFill>
              <a:srgbClr val="BFE8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2331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5A59"/>
                </a:solidFill>
              </a:rPr>
              <a:t>2 slides right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0" y="2103120"/>
            <a:ext cx="365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=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0" y="210312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0.082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20040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573 ÷ 1,000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566160" y="342900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BFE8E3"/>
          </a:solidFill>
          <a:ln w="12700">
            <a:solidFill>
              <a:srgbClr val="BFE8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3429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5A59"/>
                </a:solidFill>
              </a:rPr>
              <a:t>3 slides right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0" y="3200400"/>
            <a:ext cx="365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=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00800" y="320040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0.573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Your Turn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roll of wire is 620 cm long. Sophia divides it into 100 equal pieces. How long is each piece in centimeters?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00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TRY IT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768096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749040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 AND how many places the digits slid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Leads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BFE8E3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459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Next, you will use the same x10 and ÷10 idea to convert measurements.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63.5 ÷ 100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0.635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346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6.35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635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6751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6,350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63.5 ÷ 100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0.635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346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6.35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635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6751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6,350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100 has 2 zeros, so every digit slides 2 places right: 63.5 becomes 0.635.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the digits moved the exact opposite direction from yesterday -- right instead of left.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check a division slide by multiplying back: if 24.8 ÷ 100 = 0.248, then 0.248 x 100 should return 24.8.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the digits stepping backward into smaller and smaller rooms, further from the decimal point's fixed post.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 is: dividing by a power of 10 moves each digit's place value smaller by that many places.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Finish the Independent Practice: dividing decimals by 10, 100, and 1,000.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Gather your Math Journal responses from today's lesson.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Preview tomorrow: converting metric measurements.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5.09.06 Dividing Decimals by 10, 100, and 1,000 — Teacher Slides</dc:title>
  <dc:subject>PptxGenJS Presentation</dc:subject>
  <dc:creator>PptxGenJS</dc:creator>
  <cp:lastModifiedBy>PptxGenJS</cp:lastModifiedBy>
  <cp:revision>1</cp:revision>
  <dcterms:created xsi:type="dcterms:W3CDTF">2026-09-24T15:43:09Z</dcterms:created>
  <dcterms:modified xsi:type="dcterms:W3CDTF">2026-09-24T15:43:09Z</dcterms:modified>
</cp:coreProperties>
</file>