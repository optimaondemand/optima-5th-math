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This True/False uses different units (km/m, kg/g) than the lesson's own 3 m / 300 cm example, but the same skill: unit size determines the multiplier.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This True/False uses different units (km/m, kg/g) than the lesson's own 3 m / 300 cm example, but the same skill: unit size determines the multiplier.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carefully: the multiplier between units depends on how many of the smaller unit fit in the larger one -- always 1,000 for km/m and kg/g.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carefully: the multiplier between units depends on how many of the smaller unit fit in the larger one -- always 1,000 for km/m and kg/g.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Today: converting metric measurements using unit size and powers of 10.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aloud. Preview the key idea: the real length never changes, only the unit and number.
Transition: "Let's compare units."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Surface the misconception that 300 must be bigger because it's a larger number.
Anticipated: 'they're equal' or mixed guesses.
Transition: "Let's notice and wonder."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Ground conversion in a real kitchen scenario.
Anticipated: guesses near 0.45 L.
Transition: "Let's notice and wonder about units."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Give silent think time before chat.
Anticipated notice: 'different numbers'. Anticipated wonder: 'are they actually the same length?'
Transition: "Let's climb the Metric Staircase."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The physical staircase shows a value token physically moving down from the meter step to the centimeter step -- the length itself never changes, only the labeled unit and the number.
Common error: thinking the object got longer because the number got bigger.
Transition: "Now let's try a different pair of units."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A second staircase, this time mass, moving UP instead of down -- reinforces that going to a bigger unit divides.
Anticipated: 'up means fewer, smaller units means more'.
Transition: "Let's name the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State the rule -- smaller units multiply, larger units divide.
Anticipated: 'divide'.
Transition: "Let's name today's key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term, pointing back to the staircases.
Transition: "Let's work an example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(4 min)
Model identifying direction first (smaller to larger unit = divide), then applying the correct multiplier.
Common error: multiplying instead of dividing when moving to a larger unit.
Transition: "Now let's convert capacity and try a bigger distance."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 -- gap-fill: the IP tests capacity (mL/L) and larger-distance (km/m) conversions, which the HTML worked example only demonstrates for cm/m. Walk through both staircases.
Common error: mixing up which direction (up or down) means multiply vs. divide.
Transition: "Your turn."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 min)
Students solve independently, then share in chat.
Anticipated: 12 km total, then 12,000 m.
Common error: converting to meters before multiplying and losing track of a step, or forgetting to multiply by 5 at all.
Transition: "Where does this lead next?"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tomorrow's mental math lesson -- the powers-of-10 thinking from this whole week comes together.
Transition: "Let's check what you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checks whether students choose the correct operation and multiplier for a larger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checks whether students choose the correct operation and multiplier for a larger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Confirm the IP assignment and remind students to gather their journal before logging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5.09.07 · Conversion Warm-Up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kilometers is the same length as 5,000 meters.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kilometer = 1,000 meters.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kilometers = 5 x 1,000 meters.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5,000 meters.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students think kilometers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meters convert by x10,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x1,000.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To convert kilometers to meters, you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between metric units changes the number, but the real-world length, mass, or capacity stays exactly the same.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True — 1 kilogram = 1,000 grams, so 8 kilograms = 8,000 grams.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5.09.07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of Measures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9: Decimals · Lesson 7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MA.5.M.1.1   ·   TEKS 5.7.A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convert metric measurements by using unit size and powers of 10.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does the number change when the measurement stays the same?”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longer: 3 meters or 300 centimeters? What makes you think so?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918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why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recipe calls for 450 milliliters of milk, but your measuring cup is marked in liters. How much do you pour?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7B"/>
                </a:solidFill>
              </a:rPr>
              <a:t>Why does the number change when the measurement stays the same?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9319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9319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first guess in liters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Conversion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longer: 3 meters or 300 centimeters?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you think so?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Move 3 meters down the staircase to centimeters -- the length stays the same, only the unit and number change.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28016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kilometer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74520" y="1810512"/>
            <a:ext cx="502920" cy="292608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63140" y="18013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3140" y="1801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98A2E"/>
                </a:solidFill>
              </a:rPr>
              <a:t>x1,000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17320" y="210312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10312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meter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357689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77440" y="2633472"/>
            <a:ext cx="502920" cy="292608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66060" y="262432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6060" y="26243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98A2E"/>
                </a:solidFill>
              </a:rPr>
              <a:t>x100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292608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292608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centimeter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3180649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cm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80360" y="3456432"/>
            <a:ext cx="502920" cy="292608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68980" y="344728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8980" y="34472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98A2E"/>
                </a:solidFill>
              </a:rPr>
              <a:t>x10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3160" y="37490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74904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millimeter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21031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meters = 300 centimeters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0" y="27432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from meters to centimeters is one step down, and 1 meter = 100 centimeters, so multiply by 100.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Move 2,750 grams up the staircase to kilograms.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155448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554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kilogram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187049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2.75 kg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2212848"/>
            <a:ext cx="502920" cy="45720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34740" y="228600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4740" y="22860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98A2E"/>
                </a:solidFill>
              </a:rPr>
              <a:t>÷1,000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88920" y="2670048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670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gram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986065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2,750 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173736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2,750 g = 2.75 kg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2377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kilogram = 1,000 grams, so moving up divides by 1,000.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 convert a measurement, the real-world length, mass, or capacity stays the same. The number changes because the size of the unit changes. Moving to smaller units uses multiplication. Moving to larger units uses division.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42900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290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multiply or divide to go from meters to kilometers?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change a measurement to a different unit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3 m to 300 cm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measurement system built on powers of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km, m, cm, mm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size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how much one unit measures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1 kg is 1,000x 1 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staircase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model showing units from largest to smallest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km &gt; m &gt; cm &gt; mm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650 centimeters to meters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554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meter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87049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03320" y="2212848"/>
            <a:ext cx="502920" cy="45720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91940" y="228600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1940" y="22860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98A2E"/>
                </a:solidFill>
              </a:rPr>
              <a:t>÷100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670048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670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centimeter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986065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 cm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Centimeters are smaller than meters. Moving up to meters means dividing by 100. So 650 cm = 6.5 m.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Capacity &amp; Distance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</a:rPr>
              <a:t>450 mL = ___ 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80160" y="160020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600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liter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91621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 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40280" y="2258568"/>
            <a:ext cx="502920" cy="45720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28900" y="233172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8900" y="23317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98A2E"/>
                </a:solidFill>
              </a:rPr>
              <a:t>÷1,000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2715768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27157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milliliter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3031785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 mL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9601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</a:rPr>
              <a:t>3.5 km = ___ 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0200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600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kilometer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1916217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km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37960" y="2258568"/>
            <a:ext cx="502920" cy="45720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26580" y="233172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6580" y="23317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98A2E"/>
                </a:solidFill>
              </a:rPr>
              <a:t>x1,000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715768"/>
            <a:ext cx="1920240" cy="658368"/>
          </a:xfrm>
          <a:prstGeom prst="roundRect">
            <a:avLst>
              <a:gd name="adj" fmla="val 13889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7157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meter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3031785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3,500 m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runs 2.4 km each day for 5 days. How many meters does he run in total?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both steps you used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you will choose efficient mental strategies for decimal calculations.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2,750 grams = ___ kilograms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0.275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2.75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27.5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275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2,750 grams = ___ kilograms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0.275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2.75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27.5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275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1 kilogram = 1,000 grams. Moving up to kilograms divides by 1,000: 2,750 ÷ 1,000 = 2.75.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object never actually changes size -- only the number and the unit name change together.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 my conversion by asking whether I moved to a bigger or smaller unit, then confirming I picked multiply or divide to match.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staircase with a little marker walking up or down, getting the same real length written with a new unit each step.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 is: the measurement's real value stays constant, while the numeral representing it depends on the unit chosen.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Finish the Independent Practice: converting metric measurements.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Gather your Math Journal responses from today's lesson.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tomorrow: efficient mental strategies for decimals.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5.09.07 Conversion of Measures — Teacher Slides</dc:title>
  <dc:subject>PptxGenJS Presentation</dc:subject>
  <dc:creator>PptxGenJS</dc:creator>
  <cp:lastModifiedBy>PptxGenJS</cp:lastModifiedBy>
  <cp:revision>1</cp:revision>
  <dcterms:created xsi:type="dcterms:W3CDTF">2026-09-24T15:46:13Z</dcterms:created>
  <dcterms:modified xsi:type="dcterms:W3CDTF">2026-09-24T15:46:13Z</dcterms:modified>
</cp:coreProperties>
</file>